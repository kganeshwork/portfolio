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7"/>
  </p:notesMasterIdLst>
  <p:sldIdLst>
    <p:sldId id="269" r:id="rId5"/>
    <p:sldId id="263" r:id="rId6"/>
    <p:sldId id="273" r:id="rId7"/>
    <p:sldId id="274" r:id="rId8"/>
    <p:sldId id="265" r:id="rId9"/>
    <p:sldId id="272" r:id="rId10"/>
    <p:sldId id="270" r:id="rId11"/>
    <p:sldId id="271" r:id="rId12"/>
    <p:sldId id="266" r:id="rId13"/>
    <p:sldId id="267" r:id="rId14"/>
    <p:sldId id="268"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0065"/>
    <a:srgbClr val="CD0067"/>
    <a:srgbClr val="B284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77C1AE-E0E2-4A43-BCA9-78A9773B0390}" v="44" dt="2026-05-07T09:09:05.497"/>
    <p1510:client id="{CFE69B7D-754E-4D25-8057-566D47B38CE7}" v="13" dt="2026-05-07T11:58:59.3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83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Karthe Ganesh" userId="6f24e278-3aef-474a-845b-de245335c749" providerId="ADAL" clId="{35ED21DE-0C7C-4730-86F5-BB7998F30AC4}"/>
    <pc:docChg chg="undo custSel addSld modSld sldOrd">
      <pc:chgData name="(s) Karthe Ganesh" userId="6f24e278-3aef-474a-845b-de245335c749" providerId="ADAL" clId="{35ED21DE-0C7C-4730-86F5-BB7998F30AC4}" dt="2026-05-07T11:58:59.343" v="2948" actId="1076"/>
      <pc:docMkLst>
        <pc:docMk/>
      </pc:docMkLst>
      <pc:sldChg chg="modNotesTx">
        <pc:chgData name="(s) Karthe Ganesh" userId="6f24e278-3aef-474a-845b-de245335c749" providerId="ADAL" clId="{35ED21DE-0C7C-4730-86F5-BB7998F30AC4}" dt="2026-05-07T10:04:08.126" v="184" actId="20577"/>
        <pc:sldMkLst>
          <pc:docMk/>
          <pc:sldMk cId="1868812613" sldId="263"/>
        </pc:sldMkLst>
      </pc:sldChg>
      <pc:sldChg chg="modSp mod modNotesTx">
        <pc:chgData name="(s) Karthe Ganesh" userId="6f24e278-3aef-474a-845b-de245335c749" providerId="ADAL" clId="{35ED21DE-0C7C-4730-86F5-BB7998F30AC4}" dt="2026-05-07T10:12:34.245" v="501" actId="122"/>
        <pc:sldMkLst>
          <pc:docMk/>
          <pc:sldMk cId="3988313059" sldId="265"/>
        </pc:sldMkLst>
        <pc:spChg chg="mod">
          <ac:chgData name="(s) Karthe Ganesh" userId="6f24e278-3aef-474a-845b-de245335c749" providerId="ADAL" clId="{35ED21DE-0C7C-4730-86F5-BB7998F30AC4}" dt="2026-05-07T10:12:34.245" v="501" actId="122"/>
          <ac:spMkLst>
            <pc:docMk/>
            <pc:sldMk cId="3988313059" sldId="265"/>
            <ac:spMk id="3" creationId="{FDAF0270-562C-9A4B-547D-9AB6A2C5A5DC}"/>
          </ac:spMkLst>
        </pc:spChg>
      </pc:sldChg>
      <pc:sldChg chg="modSp mod">
        <pc:chgData name="(s) Karthe Ganesh" userId="6f24e278-3aef-474a-845b-de245335c749" providerId="ADAL" clId="{35ED21DE-0C7C-4730-86F5-BB7998F30AC4}" dt="2026-05-07T10:24:08.289" v="630" actId="20577"/>
        <pc:sldMkLst>
          <pc:docMk/>
          <pc:sldMk cId="31829591" sldId="266"/>
        </pc:sldMkLst>
        <pc:spChg chg="mod">
          <ac:chgData name="(s) Karthe Ganesh" userId="6f24e278-3aef-474a-845b-de245335c749" providerId="ADAL" clId="{35ED21DE-0C7C-4730-86F5-BB7998F30AC4}" dt="2026-05-07T10:24:08.289" v="630" actId="20577"/>
          <ac:spMkLst>
            <pc:docMk/>
            <pc:sldMk cId="31829591" sldId="266"/>
            <ac:spMk id="13" creationId="{99174B76-3B3A-9BD8-08E0-AE5E9D515CC0}"/>
          </ac:spMkLst>
        </pc:spChg>
      </pc:sldChg>
      <pc:sldChg chg="modSp mod modNotesTx">
        <pc:chgData name="(s) Karthe Ganesh" userId="6f24e278-3aef-474a-845b-de245335c749" providerId="ADAL" clId="{35ED21DE-0C7C-4730-86F5-BB7998F30AC4}" dt="2026-05-07T10:26:58.062" v="844" actId="20577"/>
        <pc:sldMkLst>
          <pc:docMk/>
          <pc:sldMk cId="1430311074" sldId="267"/>
        </pc:sldMkLst>
        <pc:graphicFrameChg chg="mod modGraphic">
          <ac:chgData name="(s) Karthe Ganesh" userId="6f24e278-3aef-474a-845b-de245335c749" providerId="ADAL" clId="{35ED21DE-0C7C-4730-86F5-BB7998F30AC4}" dt="2026-05-07T10:24:58.288" v="646" actId="20577"/>
          <ac:graphicFrameMkLst>
            <pc:docMk/>
            <pc:sldMk cId="1430311074" sldId="267"/>
            <ac:graphicFrameMk id="5" creationId="{31B209EB-4DAD-CFAD-F4B5-413916E81FE8}"/>
          </ac:graphicFrameMkLst>
        </pc:graphicFrameChg>
      </pc:sldChg>
      <pc:sldChg chg="addSp modSp mod modNotesTx">
        <pc:chgData name="(s) Karthe Ganesh" userId="6f24e278-3aef-474a-845b-de245335c749" providerId="ADAL" clId="{35ED21DE-0C7C-4730-86F5-BB7998F30AC4}" dt="2026-05-07T10:35:15.423" v="1683" actId="20577"/>
        <pc:sldMkLst>
          <pc:docMk/>
          <pc:sldMk cId="3511785815" sldId="268"/>
        </pc:sldMkLst>
        <pc:spChg chg="add mod">
          <ac:chgData name="(s) Karthe Ganesh" userId="6f24e278-3aef-474a-845b-de245335c749" providerId="ADAL" clId="{35ED21DE-0C7C-4730-86F5-BB7998F30AC4}" dt="2026-05-07T10:18:14.012" v="529" actId="1076"/>
          <ac:spMkLst>
            <pc:docMk/>
            <pc:sldMk cId="3511785815" sldId="268"/>
            <ac:spMk id="11" creationId="{4D9505A1-2B60-F23A-B7DD-2E90FE4FDABA}"/>
          </ac:spMkLst>
        </pc:spChg>
        <pc:spChg chg="add mod">
          <ac:chgData name="(s) Karthe Ganesh" userId="6f24e278-3aef-474a-845b-de245335c749" providerId="ADAL" clId="{35ED21DE-0C7C-4730-86F5-BB7998F30AC4}" dt="2026-05-07T10:18:27.620" v="536" actId="20577"/>
          <ac:spMkLst>
            <pc:docMk/>
            <pc:sldMk cId="3511785815" sldId="268"/>
            <ac:spMk id="14" creationId="{C9A6C344-D4C9-9AC6-241D-750EBC8F7078}"/>
          </ac:spMkLst>
        </pc:spChg>
        <pc:grpChg chg="mod">
          <ac:chgData name="(s) Karthe Ganesh" userId="6f24e278-3aef-474a-845b-de245335c749" providerId="ADAL" clId="{35ED21DE-0C7C-4730-86F5-BB7998F30AC4}" dt="2026-05-07T10:14:40.008" v="504" actId="1076"/>
          <ac:grpSpMkLst>
            <pc:docMk/>
            <pc:sldMk cId="3511785815" sldId="268"/>
            <ac:grpSpMk id="2" creationId="{E2A8FDA6-B438-966B-8B7C-1688BD00F977}"/>
          </ac:grpSpMkLst>
        </pc:grpChg>
        <pc:picChg chg="mod">
          <ac:chgData name="(s) Karthe Ganesh" userId="6f24e278-3aef-474a-845b-de245335c749" providerId="ADAL" clId="{35ED21DE-0C7C-4730-86F5-BB7998F30AC4}" dt="2026-05-07T10:14:43.272" v="505" actId="14100"/>
          <ac:picMkLst>
            <pc:docMk/>
            <pc:sldMk cId="3511785815" sldId="268"/>
            <ac:picMk id="13" creationId="{8E3F9D6B-05E6-44B4-7EAB-8BF7D213A6E7}"/>
          </ac:picMkLst>
        </pc:picChg>
        <pc:cxnChg chg="add mod">
          <ac:chgData name="(s) Karthe Ganesh" userId="6f24e278-3aef-474a-845b-de245335c749" providerId="ADAL" clId="{35ED21DE-0C7C-4730-86F5-BB7998F30AC4}" dt="2026-05-07T10:15:21.727" v="519" actId="1037"/>
          <ac:cxnSpMkLst>
            <pc:docMk/>
            <pc:sldMk cId="3511785815" sldId="268"/>
            <ac:cxnSpMk id="5" creationId="{B39CA412-5156-C847-6BFA-9C159AFD4124}"/>
          </ac:cxnSpMkLst>
        </pc:cxnChg>
        <pc:cxnChg chg="add">
          <ac:chgData name="(s) Karthe Ganesh" userId="6f24e278-3aef-474a-845b-de245335c749" providerId="ADAL" clId="{35ED21DE-0C7C-4730-86F5-BB7998F30AC4}" dt="2026-05-07T10:17:57.040" v="520" actId="11529"/>
          <ac:cxnSpMkLst>
            <pc:docMk/>
            <pc:sldMk cId="3511785815" sldId="268"/>
            <ac:cxnSpMk id="9" creationId="{5933D1A7-200F-2DBD-1D15-21382CE64BA1}"/>
          </ac:cxnSpMkLst>
        </pc:cxnChg>
        <pc:cxnChg chg="add mod">
          <ac:chgData name="(s) Karthe Ganesh" userId="6f24e278-3aef-474a-845b-de245335c749" providerId="ADAL" clId="{35ED21DE-0C7C-4730-86F5-BB7998F30AC4}" dt="2026-05-07T10:18:25.461" v="532" actId="14100"/>
          <ac:cxnSpMkLst>
            <pc:docMk/>
            <pc:sldMk cId="3511785815" sldId="268"/>
            <ac:cxnSpMk id="12" creationId="{A76B18F1-E802-EC32-3356-7BEB135C3E84}"/>
          </ac:cxnSpMkLst>
        </pc:cxnChg>
      </pc:sldChg>
      <pc:sldChg chg="modNotesTx">
        <pc:chgData name="(s) Karthe Ganesh" userId="6f24e278-3aef-474a-845b-de245335c749" providerId="ADAL" clId="{35ED21DE-0C7C-4730-86F5-BB7998F30AC4}" dt="2026-05-07T09:59:09.356" v="82" actId="5793"/>
        <pc:sldMkLst>
          <pc:docMk/>
          <pc:sldMk cId="3080331800" sldId="269"/>
        </pc:sldMkLst>
      </pc:sldChg>
      <pc:sldChg chg="modSp mod">
        <pc:chgData name="(s) Karthe Ganesh" userId="6f24e278-3aef-474a-845b-de245335c749" providerId="ADAL" clId="{35ED21DE-0C7C-4730-86F5-BB7998F30AC4}" dt="2026-05-07T11:58:59.343" v="2948" actId="1076"/>
        <pc:sldMkLst>
          <pc:docMk/>
          <pc:sldMk cId="2127951136" sldId="271"/>
        </pc:sldMkLst>
        <pc:picChg chg="mod">
          <ac:chgData name="(s) Karthe Ganesh" userId="6f24e278-3aef-474a-845b-de245335c749" providerId="ADAL" clId="{35ED21DE-0C7C-4730-86F5-BB7998F30AC4}" dt="2026-05-07T11:58:59.343" v="2948" actId="1076"/>
          <ac:picMkLst>
            <pc:docMk/>
            <pc:sldMk cId="2127951136" sldId="271"/>
            <ac:picMk id="10" creationId="{58D320AB-DBB4-F491-3C54-7BAAD06D6F6D}"/>
          </ac:picMkLst>
        </pc:picChg>
      </pc:sldChg>
      <pc:sldChg chg="delSp mod modNotesTx">
        <pc:chgData name="(s) Karthe Ganesh" userId="6f24e278-3aef-474a-845b-de245335c749" providerId="ADAL" clId="{35ED21DE-0C7C-4730-86F5-BB7998F30AC4}" dt="2026-05-07T10:52:56.616" v="2947" actId="20577"/>
        <pc:sldMkLst>
          <pc:docMk/>
          <pc:sldMk cId="3760920542" sldId="272"/>
        </pc:sldMkLst>
        <pc:spChg chg="del">
          <ac:chgData name="(s) Karthe Ganesh" userId="6f24e278-3aef-474a-845b-de245335c749" providerId="ADAL" clId="{35ED21DE-0C7C-4730-86F5-BB7998F30AC4}" dt="2026-05-07T10:48:50.794" v="2566" actId="478"/>
          <ac:spMkLst>
            <pc:docMk/>
            <pc:sldMk cId="3760920542" sldId="272"/>
            <ac:spMk id="20" creationId="{B99772B3-5E74-EB50-5938-A259E91D5EC1}"/>
          </ac:spMkLst>
        </pc:spChg>
        <pc:spChg chg="del">
          <ac:chgData name="(s) Karthe Ganesh" userId="6f24e278-3aef-474a-845b-de245335c749" providerId="ADAL" clId="{35ED21DE-0C7C-4730-86F5-BB7998F30AC4}" dt="2026-05-07T10:48:52.883" v="2567" actId="478"/>
          <ac:spMkLst>
            <pc:docMk/>
            <pc:sldMk cId="3760920542" sldId="272"/>
            <ac:spMk id="26" creationId="{78C759D9-507D-D17E-ED19-B286D6B41085}"/>
          </ac:spMkLst>
        </pc:spChg>
      </pc:sldChg>
      <pc:sldChg chg="addSp delSp modSp add mod ord chgLayout">
        <pc:chgData name="(s) Karthe Ganesh" userId="6f24e278-3aef-474a-845b-de245335c749" providerId="ADAL" clId="{35ED21DE-0C7C-4730-86F5-BB7998F30AC4}" dt="2026-05-07T10:30:44.146" v="970" actId="1076"/>
        <pc:sldMkLst>
          <pc:docMk/>
          <pc:sldMk cId="491366339" sldId="275"/>
        </pc:sldMkLst>
        <pc:spChg chg="del mod ord">
          <ac:chgData name="(s) Karthe Ganesh" userId="6f24e278-3aef-474a-845b-de245335c749" providerId="ADAL" clId="{35ED21DE-0C7C-4730-86F5-BB7998F30AC4}" dt="2026-05-07T10:29:32.383" v="850" actId="478"/>
          <ac:spMkLst>
            <pc:docMk/>
            <pc:sldMk cId="491366339" sldId="275"/>
            <ac:spMk id="2" creationId="{6AF9772D-D8E2-E4AD-F900-E3BEFBBFD81E}"/>
          </ac:spMkLst>
        </pc:spChg>
        <pc:spChg chg="add del mod">
          <ac:chgData name="(s) Karthe Ganesh" userId="6f24e278-3aef-474a-845b-de245335c749" providerId="ADAL" clId="{35ED21DE-0C7C-4730-86F5-BB7998F30AC4}" dt="2026-05-07T10:29:25.681" v="849" actId="6264"/>
          <ac:spMkLst>
            <pc:docMk/>
            <pc:sldMk cId="491366339" sldId="275"/>
            <ac:spMk id="3" creationId="{FCB3CBFB-1F87-ADBC-AC84-A626C3A7E7EA}"/>
          </ac:spMkLst>
        </pc:spChg>
        <pc:spChg chg="add del mod ord">
          <ac:chgData name="(s) Karthe Ganesh" userId="6f24e278-3aef-474a-845b-de245335c749" providerId="ADAL" clId="{35ED21DE-0C7C-4730-86F5-BB7998F30AC4}" dt="2026-05-07T10:29:25.681" v="849" actId="6264"/>
          <ac:spMkLst>
            <pc:docMk/>
            <pc:sldMk cId="491366339" sldId="275"/>
            <ac:spMk id="4" creationId="{27881C35-02F4-97E3-0ABD-481AEFFFBD2F}"/>
          </ac:spMkLst>
        </pc:spChg>
        <pc:spChg chg="del">
          <ac:chgData name="(s) Karthe Ganesh" userId="6f24e278-3aef-474a-845b-de245335c749" providerId="ADAL" clId="{35ED21DE-0C7C-4730-86F5-BB7998F30AC4}" dt="2026-05-07T10:29:32.383" v="850" actId="478"/>
          <ac:spMkLst>
            <pc:docMk/>
            <pc:sldMk cId="491366339" sldId="275"/>
            <ac:spMk id="5" creationId="{9CB63325-21B3-1CE2-7074-C3AD84D8B745}"/>
          </ac:spMkLst>
        </pc:spChg>
        <pc:spChg chg="add del mod">
          <ac:chgData name="(s) Karthe Ganesh" userId="6f24e278-3aef-474a-845b-de245335c749" providerId="ADAL" clId="{35ED21DE-0C7C-4730-86F5-BB7998F30AC4}" dt="2026-05-07T10:29:34.837" v="851" actId="478"/>
          <ac:spMkLst>
            <pc:docMk/>
            <pc:sldMk cId="491366339" sldId="275"/>
            <ac:spMk id="7" creationId="{DA7F1FBD-DDA6-A2E5-17D2-43AD0C4E15E9}"/>
          </ac:spMkLst>
        </pc:spChg>
        <pc:spChg chg="del">
          <ac:chgData name="(s) Karthe Ganesh" userId="6f24e278-3aef-474a-845b-de245335c749" providerId="ADAL" clId="{35ED21DE-0C7C-4730-86F5-BB7998F30AC4}" dt="2026-05-07T10:29:32.383" v="850" actId="478"/>
          <ac:spMkLst>
            <pc:docMk/>
            <pc:sldMk cId="491366339" sldId="275"/>
            <ac:spMk id="8" creationId="{9FC9E474-A4D4-8340-8685-B76574534072}"/>
          </ac:spMkLst>
        </pc:spChg>
        <pc:spChg chg="del">
          <ac:chgData name="(s) Karthe Ganesh" userId="6f24e278-3aef-474a-845b-de245335c749" providerId="ADAL" clId="{35ED21DE-0C7C-4730-86F5-BB7998F30AC4}" dt="2026-05-07T10:29:32.383" v="850" actId="478"/>
          <ac:spMkLst>
            <pc:docMk/>
            <pc:sldMk cId="491366339" sldId="275"/>
            <ac:spMk id="9" creationId="{EDED5972-2D82-3F50-DC41-04CBBD5CFEBC}"/>
          </ac:spMkLst>
        </pc:spChg>
        <pc:spChg chg="del">
          <ac:chgData name="(s) Karthe Ganesh" userId="6f24e278-3aef-474a-845b-de245335c749" providerId="ADAL" clId="{35ED21DE-0C7C-4730-86F5-BB7998F30AC4}" dt="2026-05-07T10:29:32.383" v="850" actId="478"/>
          <ac:spMkLst>
            <pc:docMk/>
            <pc:sldMk cId="491366339" sldId="275"/>
            <ac:spMk id="10" creationId="{3AFB36AA-6DAD-A31B-8F8A-2E87D7B8A302}"/>
          </ac:spMkLst>
        </pc:spChg>
        <pc:spChg chg="add mod">
          <ac:chgData name="(s) Karthe Ganesh" userId="6f24e278-3aef-474a-845b-de245335c749" providerId="ADAL" clId="{35ED21DE-0C7C-4730-86F5-BB7998F30AC4}" dt="2026-05-07T10:30:44.146" v="970" actId="1076"/>
          <ac:spMkLst>
            <pc:docMk/>
            <pc:sldMk cId="491366339" sldId="275"/>
            <ac:spMk id="11" creationId="{B9780533-DDB5-1975-3750-B7D650A2FD14}"/>
          </ac:spMkLst>
        </pc:spChg>
        <pc:spChg chg="add mod">
          <ac:chgData name="(s) Karthe Ganesh" userId="6f24e278-3aef-474a-845b-de245335c749" providerId="ADAL" clId="{35ED21DE-0C7C-4730-86F5-BB7998F30AC4}" dt="2026-05-07T10:30:41.058" v="969" actId="1076"/>
          <ac:spMkLst>
            <pc:docMk/>
            <pc:sldMk cId="491366339" sldId="275"/>
            <ac:spMk id="12" creationId="{CF69857F-9106-0C63-3FAD-55A13B2C965E}"/>
          </ac:spMkLst>
        </pc:spChg>
      </pc:sldChg>
    </pc:docChg>
  </pc:docChgLst>
  <pc:docChgLst>
    <pc:chgData name="(s) Karthe Ganesh" userId="6f24e278-3aef-474a-845b-de245335c749" providerId="ADAL" clId="{DEDD3F46-C56E-4087-A5C8-9CA0EBAB2450}"/>
    <pc:docChg chg="undo custSel modSld">
      <pc:chgData name="(s) Karthe Ganesh" userId="6f24e278-3aef-474a-845b-de245335c749" providerId="ADAL" clId="{DEDD3F46-C56E-4087-A5C8-9CA0EBAB2450}" dt="2026-05-07T16:07:07.247" v="1757" actId="1076"/>
      <pc:docMkLst>
        <pc:docMk/>
      </pc:docMkLst>
      <pc:sldChg chg="addSp modSp mod modNotesTx">
        <pc:chgData name="(s) Karthe Ganesh" userId="6f24e278-3aef-474a-845b-de245335c749" providerId="ADAL" clId="{DEDD3F46-C56E-4087-A5C8-9CA0EBAB2450}" dt="2026-05-07T09:08:32.457" v="1706" actId="14100"/>
        <pc:sldMkLst>
          <pc:docMk/>
          <pc:sldMk cId="1868812613" sldId="263"/>
        </pc:sldMkLst>
        <pc:spChg chg="mod">
          <ac:chgData name="(s) Karthe Ganesh" userId="6f24e278-3aef-474a-845b-de245335c749" providerId="ADAL" clId="{DEDD3F46-C56E-4087-A5C8-9CA0EBAB2450}" dt="2026-05-07T09:03:21.408" v="1638" actId="1076"/>
          <ac:spMkLst>
            <pc:docMk/>
            <pc:sldMk cId="1868812613" sldId="263"/>
            <ac:spMk id="3" creationId="{A34488F7-8EAA-2A22-DE05-D166E0FB0CC6}"/>
          </ac:spMkLst>
        </pc:spChg>
        <pc:picChg chg="mod">
          <ac:chgData name="(s) Karthe Ganesh" userId="6f24e278-3aef-474a-845b-de245335c749" providerId="ADAL" clId="{DEDD3F46-C56E-4087-A5C8-9CA0EBAB2450}" dt="2026-05-07T09:02:58.638" v="1625" actId="1076"/>
          <ac:picMkLst>
            <pc:docMk/>
            <pc:sldMk cId="1868812613" sldId="263"/>
            <ac:picMk id="9" creationId="{D786E940-08BC-E596-55A8-0F0C7C70955B}"/>
          </ac:picMkLst>
        </pc:picChg>
        <pc:cxnChg chg="add mod">
          <ac:chgData name="(s) Karthe Ganesh" userId="6f24e278-3aef-474a-845b-de245335c749" providerId="ADAL" clId="{DEDD3F46-C56E-4087-A5C8-9CA0EBAB2450}" dt="2026-05-07T09:08:32.457" v="1706" actId="14100"/>
          <ac:cxnSpMkLst>
            <pc:docMk/>
            <pc:sldMk cId="1868812613" sldId="263"/>
            <ac:cxnSpMk id="5" creationId="{C5643F8B-DC65-79F2-6728-C35B17FE2EC2}"/>
          </ac:cxnSpMkLst>
        </pc:cxnChg>
      </pc:sldChg>
      <pc:sldChg chg="addSp modSp mod">
        <pc:chgData name="(s) Karthe Ganesh" userId="6f24e278-3aef-474a-845b-de245335c749" providerId="ADAL" clId="{DEDD3F46-C56E-4087-A5C8-9CA0EBAB2450}" dt="2026-05-06T19:51:12.517" v="680" actId="20577"/>
        <pc:sldMkLst>
          <pc:docMk/>
          <pc:sldMk cId="3988313059" sldId="265"/>
        </pc:sldMkLst>
        <pc:spChg chg="add mod">
          <ac:chgData name="(s) Karthe Ganesh" userId="6f24e278-3aef-474a-845b-de245335c749" providerId="ADAL" clId="{DEDD3F46-C56E-4087-A5C8-9CA0EBAB2450}" dt="2026-05-06T19:51:12.517" v="680" actId="20577"/>
          <ac:spMkLst>
            <pc:docMk/>
            <pc:sldMk cId="3988313059" sldId="265"/>
            <ac:spMk id="3" creationId="{FDAF0270-562C-9A4B-547D-9AB6A2C5A5DC}"/>
          </ac:spMkLst>
        </pc:spChg>
        <pc:spChg chg="mod">
          <ac:chgData name="(s) Karthe Ganesh" userId="6f24e278-3aef-474a-845b-de245335c749" providerId="ADAL" clId="{DEDD3F46-C56E-4087-A5C8-9CA0EBAB2450}" dt="2026-05-05T20:55:33.759" v="123" actId="1076"/>
          <ac:spMkLst>
            <pc:docMk/>
            <pc:sldMk cId="3988313059" sldId="265"/>
            <ac:spMk id="6" creationId="{42492AD3-5B45-4727-10D2-8E458754D9DA}"/>
          </ac:spMkLst>
        </pc:spChg>
        <pc:graphicFrameChg chg="mod modGraphic">
          <ac:chgData name="(s) Karthe Ganesh" userId="6f24e278-3aef-474a-845b-de245335c749" providerId="ADAL" clId="{DEDD3F46-C56E-4087-A5C8-9CA0EBAB2450}" dt="2026-05-06T19:49:09.217" v="585" actId="1076"/>
          <ac:graphicFrameMkLst>
            <pc:docMk/>
            <pc:sldMk cId="3988313059" sldId="265"/>
            <ac:graphicFrameMk id="2" creationId="{68EA747E-02FA-5FC3-C8FE-DDFB92B668E1}"/>
          </ac:graphicFrameMkLst>
        </pc:graphicFrameChg>
      </pc:sldChg>
      <pc:sldChg chg="addSp modSp mod">
        <pc:chgData name="(s) Karthe Ganesh" userId="6f24e278-3aef-474a-845b-de245335c749" providerId="ADAL" clId="{DEDD3F46-C56E-4087-A5C8-9CA0EBAB2450}" dt="2026-05-07T09:08:49.165" v="1732" actId="14100"/>
        <pc:sldMkLst>
          <pc:docMk/>
          <pc:sldMk cId="31829591" sldId="266"/>
        </pc:sldMkLst>
        <pc:spChg chg="mod">
          <ac:chgData name="(s) Karthe Ganesh" userId="6f24e278-3aef-474a-845b-de245335c749" providerId="ADAL" clId="{DEDD3F46-C56E-4087-A5C8-9CA0EBAB2450}" dt="2026-05-07T09:08:08.248" v="1687" actId="1076"/>
          <ac:spMkLst>
            <pc:docMk/>
            <pc:sldMk cId="31829591" sldId="266"/>
            <ac:spMk id="13" creationId="{99174B76-3B3A-9BD8-08E0-AE5E9D515CC0}"/>
          </ac:spMkLst>
        </pc:spChg>
        <pc:cxnChg chg="add mod">
          <ac:chgData name="(s) Karthe Ganesh" userId="6f24e278-3aef-474a-845b-de245335c749" providerId="ADAL" clId="{DEDD3F46-C56E-4087-A5C8-9CA0EBAB2450}" dt="2026-05-07T09:08:49.165" v="1732" actId="14100"/>
          <ac:cxnSpMkLst>
            <pc:docMk/>
            <pc:sldMk cId="31829591" sldId="266"/>
            <ac:cxnSpMk id="2" creationId="{29CD65F0-1FF6-5DAE-0820-E034C5E70975}"/>
          </ac:cxnSpMkLst>
        </pc:cxnChg>
      </pc:sldChg>
      <pc:sldChg chg="addSp modSp mod">
        <pc:chgData name="(s) Karthe Ganesh" userId="6f24e278-3aef-474a-845b-de245335c749" providerId="ADAL" clId="{DEDD3F46-C56E-4087-A5C8-9CA0EBAB2450}" dt="2026-05-07T09:09:25.357" v="1750" actId="1076"/>
        <pc:sldMkLst>
          <pc:docMk/>
          <pc:sldMk cId="1430311074" sldId="267"/>
        </pc:sldMkLst>
        <pc:spChg chg="mod">
          <ac:chgData name="(s) Karthe Ganesh" userId="6f24e278-3aef-474a-845b-de245335c749" providerId="ADAL" clId="{DEDD3F46-C56E-4087-A5C8-9CA0EBAB2450}" dt="2026-05-07T09:09:25.357" v="1750" actId="1076"/>
          <ac:spMkLst>
            <pc:docMk/>
            <pc:sldMk cId="1430311074" sldId="267"/>
            <ac:spMk id="2" creationId="{313F424C-5831-0AEB-0804-DA3960D0A68F}"/>
          </ac:spMkLst>
        </pc:spChg>
        <pc:graphicFrameChg chg="mod">
          <ac:chgData name="(s) Karthe Ganesh" userId="6f24e278-3aef-474a-845b-de245335c749" providerId="ADAL" clId="{DEDD3F46-C56E-4087-A5C8-9CA0EBAB2450}" dt="2026-05-05T20:57:34.314" v="188" actId="1076"/>
          <ac:graphicFrameMkLst>
            <pc:docMk/>
            <pc:sldMk cId="1430311074" sldId="267"/>
            <ac:graphicFrameMk id="5" creationId="{31B209EB-4DAD-CFAD-F4B5-413916E81FE8}"/>
          </ac:graphicFrameMkLst>
        </pc:graphicFrameChg>
        <pc:graphicFrameChg chg="modGraphic">
          <ac:chgData name="(s) Karthe Ganesh" userId="6f24e278-3aef-474a-845b-de245335c749" providerId="ADAL" clId="{DEDD3F46-C56E-4087-A5C8-9CA0EBAB2450}" dt="2026-05-05T20:57:54.518" v="195" actId="20577"/>
          <ac:graphicFrameMkLst>
            <pc:docMk/>
            <pc:sldMk cId="1430311074" sldId="267"/>
            <ac:graphicFrameMk id="12" creationId="{F4B81918-6B65-6B30-DFE8-A840D8148BBF}"/>
          </ac:graphicFrameMkLst>
        </pc:graphicFrameChg>
        <pc:cxnChg chg="add mod">
          <ac:chgData name="(s) Karthe Ganesh" userId="6f24e278-3aef-474a-845b-de245335c749" providerId="ADAL" clId="{DEDD3F46-C56E-4087-A5C8-9CA0EBAB2450}" dt="2026-05-07T09:09:02.387" v="1736" actId="14100"/>
          <ac:cxnSpMkLst>
            <pc:docMk/>
            <pc:sldMk cId="1430311074" sldId="267"/>
            <ac:cxnSpMk id="3" creationId="{6627844B-CC7E-15B6-4D25-E1C7DFAC0941}"/>
          </ac:cxnSpMkLst>
        </pc:cxnChg>
        <pc:cxnChg chg="add mod">
          <ac:chgData name="(s) Karthe Ganesh" userId="6f24e278-3aef-474a-845b-de245335c749" providerId="ADAL" clId="{DEDD3F46-C56E-4087-A5C8-9CA0EBAB2450}" dt="2026-05-07T09:09:04.224" v="1737"/>
          <ac:cxnSpMkLst>
            <pc:docMk/>
            <pc:sldMk cId="1430311074" sldId="267"/>
            <ac:cxnSpMk id="7" creationId="{CF8DCE57-83A2-3C84-4823-D680483C3EDF}"/>
          </ac:cxnSpMkLst>
        </pc:cxnChg>
        <pc:cxnChg chg="add mod">
          <ac:chgData name="(s) Karthe Ganesh" userId="6f24e278-3aef-474a-845b-de245335c749" providerId="ADAL" clId="{DEDD3F46-C56E-4087-A5C8-9CA0EBAB2450}" dt="2026-05-07T09:09:13.676" v="1739" actId="208"/>
          <ac:cxnSpMkLst>
            <pc:docMk/>
            <pc:sldMk cId="1430311074" sldId="267"/>
            <ac:cxnSpMk id="10" creationId="{BA4E5DC7-764B-68E4-F9D8-A2D9CF9D6A4D}"/>
          </ac:cxnSpMkLst>
        </pc:cxnChg>
      </pc:sldChg>
      <pc:sldChg chg="addSp delSp modSp mod">
        <pc:chgData name="(s) Karthe Ganesh" userId="6f24e278-3aef-474a-845b-de245335c749" providerId="ADAL" clId="{DEDD3F46-C56E-4087-A5C8-9CA0EBAB2450}" dt="2026-05-07T15:25:12.265" v="1754" actId="208"/>
        <pc:sldMkLst>
          <pc:docMk/>
          <pc:sldMk cId="3511785815" sldId="268"/>
        </pc:sldMkLst>
        <pc:grpChg chg="mod">
          <ac:chgData name="(s) Karthe Ganesh" userId="6f24e278-3aef-474a-845b-de245335c749" providerId="ADAL" clId="{DEDD3F46-C56E-4087-A5C8-9CA0EBAB2450}" dt="2026-05-05T21:10:11.367" v="286" actId="1076"/>
          <ac:grpSpMkLst>
            <pc:docMk/>
            <pc:sldMk cId="3511785815" sldId="268"/>
            <ac:grpSpMk id="2" creationId="{E2A8FDA6-B438-966B-8B7C-1688BD00F977}"/>
          </ac:grpSpMkLst>
        </pc:grpChg>
        <pc:graphicFrameChg chg="mod modGraphic">
          <ac:chgData name="(s) Karthe Ganesh" userId="6f24e278-3aef-474a-845b-de245335c749" providerId="ADAL" clId="{DEDD3F46-C56E-4087-A5C8-9CA0EBAB2450}" dt="2026-05-05T21:10:15.672" v="287" actId="1076"/>
          <ac:graphicFrameMkLst>
            <pc:docMk/>
            <pc:sldMk cId="3511785815" sldId="268"/>
            <ac:graphicFrameMk id="17" creationId="{C1C31DC0-7C31-19B1-65F8-12A59D95F033}"/>
          </ac:graphicFrameMkLst>
        </pc:graphicFrameChg>
        <pc:picChg chg="add mod">
          <ac:chgData name="(s) Karthe Ganesh" userId="6f24e278-3aef-474a-845b-de245335c749" providerId="ADAL" clId="{DEDD3F46-C56E-4087-A5C8-9CA0EBAB2450}" dt="2026-05-05T21:10:17.037" v="288" actId="1076"/>
          <ac:picMkLst>
            <pc:docMk/>
            <pc:sldMk cId="3511785815" sldId="268"/>
            <ac:picMk id="13" creationId="{8E3F9D6B-05E6-44B4-7EAB-8BF7D213A6E7}"/>
          </ac:picMkLst>
        </pc:picChg>
        <pc:cxnChg chg="mod">
          <ac:chgData name="(s) Karthe Ganesh" userId="6f24e278-3aef-474a-845b-de245335c749" providerId="ADAL" clId="{DEDD3F46-C56E-4087-A5C8-9CA0EBAB2450}" dt="2026-05-07T15:24:58.052" v="1752" actId="208"/>
          <ac:cxnSpMkLst>
            <pc:docMk/>
            <pc:sldMk cId="3511785815" sldId="268"/>
            <ac:cxnSpMk id="5" creationId="{B39CA412-5156-C847-6BFA-9C159AFD4124}"/>
          </ac:cxnSpMkLst>
        </pc:cxnChg>
        <pc:cxnChg chg="mod">
          <ac:chgData name="(s) Karthe Ganesh" userId="6f24e278-3aef-474a-845b-de245335c749" providerId="ADAL" clId="{DEDD3F46-C56E-4087-A5C8-9CA0EBAB2450}" dt="2026-05-07T15:25:10.378" v="1753" actId="208"/>
          <ac:cxnSpMkLst>
            <pc:docMk/>
            <pc:sldMk cId="3511785815" sldId="268"/>
            <ac:cxnSpMk id="9" creationId="{5933D1A7-200F-2DBD-1D15-21382CE64BA1}"/>
          </ac:cxnSpMkLst>
        </pc:cxnChg>
        <pc:cxnChg chg="mod">
          <ac:chgData name="(s) Karthe Ganesh" userId="6f24e278-3aef-474a-845b-de245335c749" providerId="ADAL" clId="{DEDD3F46-C56E-4087-A5C8-9CA0EBAB2450}" dt="2026-05-07T15:25:12.265" v="1754" actId="208"/>
          <ac:cxnSpMkLst>
            <pc:docMk/>
            <pc:sldMk cId="3511785815" sldId="268"/>
            <ac:cxnSpMk id="12" creationId="{A76B18F1-E802-EC32-3356-7BEB135C3E84}"/>
          </ac:cxnSpMkLst>
        </pc:cxnChg>
      </pc:sldChg>
      <pc:sldChg chg="addSp delSp modSp mod">
        <pc:chgData name="(s) Karthe Ganesh" userId="6f24e278-3aef-474a-845b-de245335c749" providerId="ADAL" clId="{DEDD3F46-C56E-4087-A5C8-9CA0EBAB2450}" dt="2026-05-07T09:07:57.084" v="1685" actId="1038"/>
        <pc:sldMkLst>
          <pc:docMk/>
          <pc:sldMk cId="2464249741" sldId="270"/>
        </pc:sldMkLst>
        <pc:grpChg chg="mod">
          <ac:chgData name="(s) Karthe Ganesh" userId="6f24e278-3aef-474a-845b-de245335c749" providerId="ADAL" clId="{DEDD3F46-C56E-4087-A5C8-9CA0EBAB2450}" dt="2026-05-07T09:05:06.377" v="1659" actId="1076"/>
          <ac:grpSpMkLst>
            <pc:docMk/>
            <pc:sldMk cId="2464249741" sldId="270"/>
            <ac:grpSpMk id="4" creationId="{59C485FD-4F3D-A540-9E29-3305F20BA521}"/>
          </ac:grpSpMkLst>
        </pc:grpChg>
        <pc:grpChg chg="mod">
          <ac:chgData name="(s) Karthe Ganesh" userId="6f24e278-3aef-474a-845b-de245335c749" providerId="ADAL" clId="{DEDD3F46-C56E-4087-A5C8-9CA0EBAB2450}" dt="2026-05-07T09:05:06.377" v="1659" actId="1076"/>
          <ac:grpSpMkLst>
            <pc:docMk/>
            <pc:sldMk cId="2464249741" sldId="270"/>
            <ac:grpSpMk id="16" creationId="{63C779C0-5E54-EA86-BB6F-83F6E443C01F}"/>
          </ac:grpSpMkLst>
        </pc:grpChg>
        <pc:graphicFrameChg chg="mod">
          <ac:chgData name="(s) Karthe Ganesh" userId="6f24e278-3aef-474a-845b-de245335c749" providerId="ADAL" clId="{DEDD3F46-C56E-4087-A5C8-9CA0EBAB2450}" dt="2026-05-07T09:01:56.422" v="1599" actId="1076"/>
          <ac:graphicFrameMkLst>
            <pc:docMk/>
            <pc:sldMk cId="2464249741" sldId="270"/>
            <ac:graphicFrameMk id="2" creationId="{FFE582CB-43FD-C681-E4FC-9B3DC217095F}"/>
          </ac:graphicFrameMkLst>
        </pc:graphicFrameChg>
        <pc:picChg chg="add mod">
          <ac:chgData name="(s) Karthe Ganesh" userId="6f24e278-3aef-474a-845b-de245335c749" providerId="ADAL" clId="{DEDD3F46-C56E-4087-A5C8-9CA0EBAB2450}" dt="2026-05-07T09:04:44.113" v="1651" actId="1076"/>
          <ac:picMkLst>
            <pc:docMk/>
            <pc:sldMk cId="2464249741" sldId="270"/>
            <ac:picMk id="19" creationId="{768EEC9C-1B4F-D819-1E32-2831CECFFF6E}"/>
          </ac:picMkLst>
        </pc:picChg>
        <pc:cxnChg chg="add mod">
          <ac:chgData name="(s) Karthe Ganesh" userId="6f24e278-3aef-474a-845b-de245335c749" providerId="ADAL" clId="{DEDD3F46-C56E-4087-A5C8-9CA0EBAB2450}" dt="2026-05-07T09:05:38.713" v="1680" actId="1035"/>
          <ac:cxnSpMkLst>
            <pc:docMk/>
            <pc:sldMk cId="2464249741" sldId="270"/>
            <ac:cxnSpMk id="7" creationId="{D724DCD0-0C03-2411-A0C4-BB7AF438B0C0}"/>
          </ac:cxnSpMkLst>
        </pc:cxnChg>
        <pc:cxnChg chg="add del">
          <ac:chgData name="(s) Karthe Ganesh" userId="6f24e278-3aef-474a-845b-de245335c749" providerId="ADAL" clId="{DEDD3F46-C56E-4087-A5C8-9CA0EBAB2450}" dt="2026-05-07T09:05:15.448" v="1661" actId="11529"/>
          <ac:cxnSpMkLst>
            <pc:docMk/>
            <pc:sldMk cId="2464249741" sldId="270"/>
            <ac:cxnSpMk id="9" creationId="{1FA3EFC4-E1C0-3DBB-2A35-E74E00668017}"/>
          </ac:cxnSpMkLst>
        </pc:cxnChg>
        <pc:cxnChg chg="add mod">
          <ac:chgData name="(s) Karthe Ganesh" userId="6f24e278-3aef-474a-845b-de245335c749" providerId="ADAL" clId="{DEDD3F46-C56E-4087-A5C8-9CA0EBAB2450}" dt="2026-05-07T09:07:57.084" v="1685" actId="1038"/>
          <ac:cxnSpMkLst>
            <pc:docMk/>
            <pc:sldMk cId="2464249741" sldId="270"/>
            <ac:cxnSpMk id="11" creationId="{62BE5DF8-E881-CF78-F062-C2336EB148EB}"/>
          </ac:cxnSpMkLst>
        </pc:cxnChg>
      </pc:sldChg>
      <pc:sldChg chg="addSp delSp modSp mod">
        <pc:chgData name="(s) Karthe Ganesh" userId="6f24e278-3aef-474a-845b-de245335c749" providerId="ADAL" clId="{DEDD3F46-C56E-4087-A5C8-9CA0EBAB2450}" dt="2026-05-07T09:02:51.241" v="1620" actId="1076"/>
        <pc:sldMkLst>
          <pc:docMk/>
          <pc:sldMk cId="2127951136" sldId="271"/>
        </pc:sldMkLst>
        <pc:spChg chg="add mod">
          <ac:chgData name="(s) Karthe Ganesh" userId="6f24e278-3aef-474a-845b-de245335c749" providerId="ADAL" clId="{DEDD3F46-C56E-4087-A5C8-9CA0EBAB2450}" dt="2026-05-07T09:02:51.241" v="1620" actId="1076"/>
          <ac:spMkLst>
            <pc:docMk/>
            <pc:sldMk cId="2127951136" sldId="271"/>
            <ac:spMk id="4" creationId="{4C82FB1E-FCD1-1A36-A940-2B12D67D8427}"/>
          </ac:spMkLst>
        </pc:spChg>
        <pc:graphicFrameChg chg="mod modGraphic">
          <ac:chgData name="(s) Karthe Ganesh" userId="6f24e278-3aef-474a-845b-de245335c749" providerId="ADAL" clId="{DEDD3F46-C56E-4087-A5C8-9CA0EBAB2450}" dt="2026-05-06T19:42:55.081" v="372" actId="1076"/>
          <ac:graphicFrameMkLst>
            <pc:docMk/>
            <pc:sldMk cId="2127951136" sldId="271"/>
            <ac:graphicFrameMk id="2" creationId="{5FC4FC70-13F8-763A-F4A1-25F316DFE213}"/>
          </ac:graphicFrameMkLst>
        </pc:graphicFrameChg>
        <pc:picChg chg="mod">
          <ac:chgData name="(s) Karthe Ganesh" userId="6f24e278-3aef-474a-845b-de245335c749" providerId="ADAL" clId="{DEDD3F46-C56E-4087-A5C8-9CA0EBAB2450}" dt="2026-05-05T20:57:12.287" v="186" actId="1076"/>
          <ac:picMkLst>
            <pc:docMk/>
            <pc:sldMk cId="2127951136" sldId="271"/>
            <ac:picMk id="10" creationId="{58D320AB-DBB4-F491-3C54-7BAAD06D6F6D}"/>
          </ac:picMkLst>
        </pc:picChg>
        <pc:cxnChg chg="add mod">
          <ac:chgData name="(s) Karthe Ganesh" userId="6f24e278-3aef-474a-845b-de245335c749" providerId="ADAL" clId="{DEDD3F46-C56E-4087-A5C8-9CA0EBAB2450}" dt="2026-05-07T09:02:39.402" v="1616" actId="1038"/>
          <ac:cxnSpMkLst>
            <pc:docMk/>
            <pc:sldMk cId="2127951136" sldId="271"/>
            <ac:cxnSpMk id="7" creationId="{DB7B25B5-F117-DFA9-7D38-2DBC8D7FCE0E}"/>
          </ac:cxnSpMkLst>
        </pc:cxnChg>
      </pc:sldChg>
      <pc:sldChg chg="addSp delSp modSp mod">
        <pc:chgData name="(s) Karthe Ganesh" userId="6f24e278-3aef-474a-845b-de245335c749" providerId="ADAL" clId="{DEDD3F46-C56E-4087-A5C8-9CA0EBAB2450}" dt="2026-05-07T16:07:07.247" v="1757" actId="1076"/>
        <pc:sldMkLst>
          <pc:docMk/>
          <pc:sldMk cId="3760920542" sldId="272"/>
        </pc:sldMkLst>
        <pc:spChg chg="add mod">
          <ac:chgData name="(s) Karthe Ganesh" userId="6f24e278-3aef-474a-845b-de245335c749" providerId="ADAL" clId="{DEDD3F46-C56E-4087-A5C8-9CA0EBAB2450}" dt="2026-05-06T19:41:15.199" v="353"/>
          <ac:spMkLst>
            <pc:docMk/>
            <pc:sldMk cId="3760920542" sldId="272"/>
            <ac:spMk id="15" creationId="{A97D313B-DE32-6F22-9828-7552DADAC90D}"/>
          </ac:spMkLst>
        </pc:spChg>
        <pc:spChg chg="add mod">
          <ac:chgData name="(s) Karthe Ganesh" userId="6f24e278-3aef-474a-845b-de245335c749" providerId="ADAL" clId="{DEDD3F46-C56E-4087-A5C8-9CA0EBAB2450}" dt="2026-05-07T09:00:58.819" v="1581" actId="164"/>
          <ac:spMkLst>
            <pc:docMk/>
            <pc:sldMk cId="3760920542" sldId="272"/>
            <ac:spMk id="16" creationId="{511CF206-2D5F-ECE9-E160-67BF6C344954}"/>
          </ac:spMkLst>
        </pc:spChg>
        <pc:spChg chg="add mod">
          <ac:chgData name="(s) Karthe Ganesh" userId="6f24e278-3aef-474a-845b-de245335c749" providerId="ADAL" clId="{DEDD3F46-C56E-4087-A5C8-9CA0EBAB2450}" dt="2026-05-07T09:01:02.886" v="1582" actId="164"/>
          <ac:spMkLst>
            <pc:docMk/>
            <pc:sldMk cId="3760920542" sldId="272"/>
            <ac:spMk id="17" creationId="{6EB3A2AC-9EDE-5F5D-5B52-DA68669CBE15}"/>
          </ac:spMkLst>
        </pc:spChg>
        <pc:spChg chg="mod ord topLvl">
          <ac:chgData name="(s) Karthe Ganesh" userId="6f24e278-3aef-474a-845b-de245335c749" providerId="ADAL" clId="{DEDD3F46-C56E-4087-A5C8-9CA0EBAB2450}" dt="2026-05-06T19:40:50.040" v="346" actId="164"/>
          <ac:spMkLst>
            <pc:docMk/>
            <pc:sldMk cId="3760920542" sldId="272"/>
            <ac:spMk id="20" creationId="{B99772B3-5E74-EB50-5938-A259E91D5EC1}"/>
          </ac:spMkLst>
        </pc:spChg>
        <pc:spChg chg="mod ord topLvl">
          <ac:chgData name="(s) Karthe Ganesh" userId="6f24e278-3aef-474a-845b-de245335c749" providerId="ADAL" clId="{DEDD3F46-C56E-4087-A5C8-9CA0EBAB2450}" dt="2026-05-06T19:40:50.040" v="346" actId="164"/>
          <ac:spMkLst>
            <pc:docMk/>
            <pc:sldMk cId="3760920542" sldId="272"/>
            <ac:spMk id="21" creationId="{117FF607-5A3F-C2A8-B0A8-02E771512F40}"/>
          </ac:spMkLst>
        </pc:spChg>
        <pc:spChg chg="add del mod ord topLvl">
          <ac:chgData name="(s) Karthe Ganesh" userId="6f24e278-3aef-474a-845b-de245335c749" providerId="ADAL" clId="{DEDD3F46-C56E-4087-A5C8-9CA0EBAB2450}" dt="2026-05-06T19:41:21.206" v="355" actId="21"/>
          <ac:spMkLst>
            <pc:docMk/>
            <pc:sldMk cId="3760920542" sldId="272"/>
            <ac:spMk id="22" creationId="{511CF206-2D5F-ECE9-E160-67BF6C344954}"/>
          </ac:spMkLst>
        </pc:spChg>
        <pc:spChg chg="mod ord topLvl">
          <ac:chgData name="(s) Karthe Ganesh" userId="6f24e278-3aef-474a-845b-de245335c749" providerId="ADAL" clId="{DEDD3F46-C56E-4087-A5C8-9CA0EBAB2450}" dt="2026-05-07T16:07:04.348" v="1755" actId="1076"/>
          <ac:spMkLst>
            <pc:docMk/>
            <pc:sldMk cId="3760920542" sldId="272"/>
            <ac:spMk id="23" creationId="{DEE28A7A-3E8A-BEAF-E10B-05545BF6B52B}"/>
          </ac:spMkLst>
        </pc:spChg>
        <pc:spChg chg="mod topLvl">
          <ac:chgData name="(s) Karthe Ganesh" userId="6f24e278-3aef-474a-845b-de245335c749" providerId="ADAL" clId="{DEDD3F46-C56E-4087-A5C8-9CA0EBAB2450}" dt="2026-05-06T19:40:36.392" v="345" actId="164"/>
          <ac:spMkLst>
            <pc:docMk/>
            <pc:sldMk cId="3760920542" sldId="272"/>
            <ac:spMk id="26" creationId="{78C759D9-507D-D17E-ED19-B286D6B41085}"/>
          </ac:spMkLst>
        </pc:spChg>
        <pc:spChg chg="mod topLvl">
          <ac:chgData name="(s) Karthe Ganesh" userId="6f24e278-3aef-474a-845b-de245335c749" providerId="ADAL" clId="{DEDD3F46-C56E-4087-A5C8-9CA0EBAB2450}" dt="2026-05-06T19:42:15.109" v="371" actId="208"/>
          <ac:spMkLst>
            <pc:docMk/>
            <pc:sldMk cId="3760920542" sldId="272"/>
            <ac:spMk id="27" creationId="{81A8EED5-2755-765A-D73D-D56EDCB6E6C5}"/>
          </ac:spMkLst>
        </pc:spChg>
        <pc:spChg chg="mod topLvl">
          <ac:chgData name="(s) Karthe Ganesh" userId="6f24e278-3aef-474a-845b-de245335c749" providerId="ADAL" clId="{DEDD3F46-C56E-4087-A5C8-9CA0EBAB2450}" dt="2026-05-06T19:42:15.109" v="371" actId="208"/>
          <ac:spMkLst>
            <pc:docMk/>
            <pc:sldMk cId="3760920542" sldId="272"/>
            <ac:spMk id="28" creationId="{E3F08C02-E04F-98DF-DA79-C6B27AA4EC1E}"/>
          </ac:spMkLst>
        </pc:spChg>
        <pc:spChg chg="mod topLvl">
          <ac:chgData name="(s) Karthe Ganesh" userId="6f24e278-3aef-474a-845b-de245335c749" providerId="ADAL" clId="{DEDD3F46-C56E-4087-A5C8-9CA0EBAB2450}" dt="2026-05-07T16:07:07.247" v="1757" actId="1076"/>
          <ac:spMkLst>
            <pc:docMk/>
            <pc:sldMk cId="3760920542" sldId="272"/>
            <ac:spMk id="29" creationId="{CA65E20D-A820-507E-0BE9-DB08823A623F}"/>
          </ac:spMkLst>
        </pc:spChg>
        <pc:grpChg chg="add mod">
          <ac:chgData name="(s) Karthe Ganesh" userId="6f24e278-3aef-474a-845b-de245335c749" providerId="ADAL" clId="{DEDD3F46-C56E-4087-A5C8-9CA0EBAB2450}" dt="2026-05-07T09:01:02.886" v="1582" actId="164"/>
          <ac:grpSpMkLst>
            <pc:docMk/>
            <pc:sldMk cId="3760920542" sldId="272"/>
            <ac:grpSpMk id="10" creationId="{A80ACE0F-F3DF-4BDD-2BD9-CCEE3B7556B8}"/>
          </ac:grpSpMkLst>
        </pc:grpChg>
        <pc:grpChg chg="add mod">
          <ac:chgData name="(s) Karthe Ganesh" userId="6f24e278-3aef-474a-845b-de245335c749" providerId="ADAL" clId="{DEDD3F46-C56E-4087-A5C8-9CA0EBAB2450}" dt="2026-05-07T09:00:58.819" v="1581" actId="164"/>
          <ac:grpSpMkLst>
            <pc:docMk/>
            <pc:sldMk cId="3760920542" sldId="272"/>
            <ac:grpSpMk id="11" creationId="{11863A78-FA53-4F69-6377-FF5D48347514}"/>
          </ac:grpSpMkLst>
        </pc:grpChg>
        <pc:grpChg chg="del mod">
          <ac:chgData name="(s) Karthe Ganesh" userId="6f24e278-3aef-474a-845b-de245335c749" providerId="ADAL" clId="{DEDD3F46-C56E-4087-A5C8-9CA0EBAB2450}" dt="2026-05-06T19:36:21.173" v="320" actId="165"/>
          <ac:grpSpMkLst>
            <pc:docMk/>
            <pc:sldMk cId="3760920542" sldId="272"/>
            <ac:grpSpMk id="18" creationId="{F086F537-BFBA-6082-DA1F-48523DC6DD9C}"/>
          </ac:grpSpMkLst>
        </pc:grpChg>
        <pc:grpChg chg="del mod">
          <ac:chgData name="(s) Karthe Ganesh" userId="6f24e278-3aef-474a-845b-de245335c749" providerId="ADAL" clId="{DEDD3F46-C56E-4087-A5C8-9CA0EBAB2450}" dt="2026-05-06T19:35:49.864" v="310" actId="165"/>
          <ac:grpSpMkLst>
            <pc:docMk/>
            <pc:sldMk cId="3760920542" sldId="272"/>
            <ac:grpSpMk id="24" creationId="{7A00EDB3-B32E-8B86-67FD-402A2F93F34E}"/>
          </ac:grpSpMkLst>
        </pc:grpChg>
        <pc:grpChg chg="add mod">
          <ac:chgData name="(s) Karthe Ganesh" userId="6f24e278-3aef-474a-845b-de245335c749" providerId="ADAL" clId="{DEDD3F46-C56E-4087-A5C8-9CA0EBAB2450}" dt="2026-05-07T09:01:15.339" v="1588" actId="1076"/>
          <ac:grpSpMkLst>
            <pc:docMk/>
            <pc:sldMk cId="3760920542" sldId="272"/>
            <ac:grpSpMk id="30" creationId="{E9AD2D3E-00B2-F286-4D24-CCE1AE63DF0B}"/>
          </ac:grpSpMkLst>
        </pc:grpChg>
        <pc:grpChg chg="add mod">
          <ac:chgData name="(s) Karthe Ganesh" userId="6f24e278-3aef-474a-845b-de245335c749" providerId="ADAL" clId="{DEDD3F46-C56E-4087-A5C8-9CA0EBAB2450}" dt="2026-05-07T09:01:16.141" v="1589" actId="1076"/>
          <ac:grpSpMkLst>
            <pc:docMk/>
            <pc:sldMk cId="3760920542" sldId="272"/>
            <ac:grpSpMk id="31" creationId="{17552C60-31AA-3346-BD69-59171FC50CD7}"/>
          </ac:grpSpMkLst>
        </pc:grpChg>
        <pc:graphicFrameChg chg="add mod modGraphic">
          <ac:chgData name="(s) Karthe Ganesh" userId="6f24e278-3aef-474a-845b-de245335c749" providerId="ADAL" clId="{DEDD3F46-C56E-4087-A5C8-9CA0EBAB2450}" dt="2026-05-07T09:01:10.071" v="1585" actId="1076"/>
          <ac:graphicFrameMkLst>
            <pc:docMk/>
            <pc:sldMk cId="3760920542" sldId="272"/>
            <ac:graphicFrameMk id="4" creationId="{86747CAC-E44F-3D7F-C6B5-9BE4E63C586B}"/>
          </ac:graphicFrameMkLst>
        </pc:graphicFrameChg>
        <pc:picChg chg="mod">
          <ac:chgData name="(s) Karthe Ganesh" userId="6f24e278-3aef-474a-845b-de245335c749" providerId="ADAL" clId="{DEDD3F46-C56E-4087-A5C8-9CA0EBAB2450}" dt="2026-05-05T15:33:48.405" v="113" actId="1076"/>
          <ac:picMkLst>
            <pc:docMk/>
            <pc:sldMk cId="3760920542" sldId="272"/>
            <ac:picMk id="2" creationId="{AB353121-566E-6C52-D8DA-AC46C0F8F1D1}"/>
          </ac:picMkLst>
        </pc:picChg>
        <pc:picChg chg="add mod ord">
          <ac:chgData name="(s) Karthe Ganesh" userId="6f24e278-3aef-474a-845b-de245335c749" providerId="ADAL" clId="{DEDD3F46-C56E-4087-A5C8-9CA0EBAB2450}" dt="2026-05-06T19:40:36.392" v="345" actId="164"/>
          <ac:picMkLst>
            <pc:docMk/>
            <pc:sldMk cId="3760920542" sldId="272"/>
            <ac:picMk id="6" creationId="{22E52BA4-9BDC-B28D-DBC3-B781BAED0A8D}"/>
          </ac:picMkLst>
        </pc:picChg>
        <pc:picChg chg="add mod ord">
          <ac:chgData name="(s) Karthe Ganesh" userId="6f24e278-3aef-474a-845b-de245335c749" providerId="ADAL" clId="{DEDD3F46-C56E-4087-A5C8-9CA0EBAB2450}" dt="2026-05-06T19:40:50.040" v="346" actId="164"/>
          <ac:picMkLst>
            <pc:docMk/>
            <pc:sldMk cId="3760920542" sldId="272"/>
            <ac:picMk id="9" creationId="{743B17DA-B311-E079-80A8-60DC2EF980FA}"/>
          </ac:picMkLst>
        </pc:picChg>
        <pc:picChg chg="add del">
          <ac:chgData name="(s) Karthe Ganesh" userId="6f24e278-3aef-474a-845b-de245335c749" providerId="ADAL" clId="{DEDD3F46-C56E-4087-A5C8-9CA0EBAB2450}" dt="2026-05-06T19:41:10.961" v="352" actId="22"/>
          <ac:picMkLst>
            <pc:docMk/>
            <pc:sldMk cId="3760920542" sldId="272"/>
            <ac:picMk id="13" creationId="{1A6B6ABD-EAE0-12EC-4DE8-8B69F6902EFC}"/>
          </ac:picMkLst>
        </pc:picChg>
        <pc:picChg chg="add mod">
          <ac:chgData name="(s) Karthe Ganesh" userId="6f24e278-3aef-474a-845b-de245335c749" providerId="ADAL" clId="{DEDD3F46-C56E-4087-A5C8-9CA0EBAB2450}" dt="2026-05-06T19:41:15.199" v="353"/>
          <ac:picMkLst>
            <pc:docMk/>
            <pc:sldMk cId="3760920542" sldId="272"/>
            <ac:picMk id="14" creationId="{671CE366-0303-7C56-3808-3BB0097CE3A6}"/>
          </ac:picMkLst>
        </pc:picChg>
        <pc:picChg chg="del mod">
          <ac:chgData name="(s) Karthe Ganesh" userId="6f24e278-3aef-474a-845b-de245335c749" providerId="ADAL" clId="{DEDD3F46-C56E-4087-A5C8-9CA0EBAB2450}" dt="2026-05-06T19:36:17.592" v="319" actId="478"/>
          <ac:picMkLst>
            <pc:docMk/>
            <pc:sldMk cId="3760920542" sldId="272"/>
            <ac:picMk id="19" creationId="{47757150-3A4D-713E-E052-E65C008B2869}"/>
          </ac:picMkLst>
        </pc:picChg>
        <pc:picChg chg="del mod">
          <ac:chgData name="(s) Karthe Ganesh" userId="6f24e278-3aef-474a-845b-de245335c749" providerId="ADAL" clId="{DEDD3F46-C56E-4087-A5C8-9CA0EBAB2450}" dt="2026-05-06T19:35:20.071" v="300" actId="478"/>
          <ac:picMkLst>
            <pc:docMk/>
            <pc:sldMk cId="3760920542" sldId="272"/>
            <ac:picMk id="25" creationId="{1A4D7E2F-64AD-5C57-B2D1-2CCEA43A106F}"/>
          </ac:picMkLst>
        </pc:picChg>
        <pc:cxnChg chg="add mod">
          <ac:chgData name="(s) Karthe Ganesh" userId="6f24e278-3aef-474a-845b-de245335c749" providerId="ADAL" clId="{DEDD3F46-C56E-4087-A5C8-9CA0EBAB2450}" dt="2026-05-07T09:01:41.144" v="1595" actId="1036"/>
          <ac:cxnSpMkLst>
            <pc:docMk/>
            <pc:sldMk cId="3760920542" sldId="272"/>
            <ac:cxnSpMk id="33" creationId="{171AF52B-63CA-11C3-7FA1-0D7ED8E2873A}"/>
          </ac:cxnSpMkLst>
        </pc:cxnChg>
      </pc:sldChg>
      <pc:sldChg chg="addSp modSp mod">
        <pc:chgData name="(s) Karthe Ganesh" userId="6f24e278-3aef-474a-845b-de245335c749" providerId="ADAL" clId="{DEDD3F46-C56E-4087-A5C8-9CA0EBAB2450}" dt="2026-05-07T09:04:25.421" v="1650" actId="1076"/>
        <pc:sldMkLst>
          <pc:docMk/>
          <pc:sldMk cId="2113467385" sldId="273"/>
        </pc:sldMkLst>
        <pc:spChg chg="mod">
          <ac:chgData name="(s) Karthe Ganesh" userId="6f24e278-3aef-474a-845b-de245335c749" providerId="ADAL" clId="{DEDD3F46-C56E-4087-A5C8-9CA0EBAB2450}" dt="2026-05-07T09:04:25.421" v="1650" actId="1076"/>
          <ac:spMkLst>
            <pc:docMk/>
            <pc:sldMk cId="2113467385" sldId="273"/>
            <ac:spMk id="3" creationId="{C73BF24D-5332-9BC3-444E-39A33E95B947}"/>
          </ac:spMkLst>
        </pc:spChg>
        <pc:graphicFrameChg chg="mod modGraphic">
          <ac:chgData name="(s) Karthe Ganesh" userId="6f24e278-3aef-474a-845b-de245335c749" providerId="ADAL" clId="{DEDD3F46-C56E-4087-A5C8-9CA0EBAB2450}" dt="2026-05-07T09:04:19.073" v="1647" actId="1076"/>
          <ac:graphicFrameMkLst>
            <pc:docMk/>
            <pc:sldMk cId="2113467385" sldId="273"/>
            <ac:graphicFrameMk id="5" creationId="{8F5F90D7-6DF0-570E-2B11-A6812CC82D9B}"/>
          </ac:graphicFrameMkLst>
        </pc:graphicFrameChg>
        <pc:picChg chg="mod">
          <ac:chgData name="(s) Karthe Ganesh" userId="6f24e278-3aef-474a-845b-de245335c749" providerId="ADAL" clId="{DEDD3F46-C56E-4087-A5C8-9CA0EBAB2450}" dt="2026-05-07T09:04:23.429" v="1649" actId="1076"/>
          <ac:picMkLst>
            <pc:docMk/>
            <pc:sldMk cId="2113467385" sldId="273"/>
            <ac:picMk id="6" creationId="{B1057A14-7578-FB74-565C-7C25964426BF}"/>
          </ac:picMkLst>
        </pc:picChg>
        <pc:cxnChg chg="add mod">
          <ac:chgData name="(s) Karthe Ganesh" userId="6f24e278-3aef-474a-845b-de245335c749" providerId="ADAL" clId="{DEDD3F46-C56E-4087-A5C8-9CA0EBAB2450}" dt="2026-05-07T09:04:21.856" v="1648" actId="1076"/>
          <ac:cxnSpMkLst>
            <pc:docMk/>
            <pc:sldMk cId="2113467385" sldId="273"/>
            <ac:cxnSpMk id="8" creationId="{0F7A5973-FF4E-FEDA-7627-B17CCD3BC773}"/>
          </ac:cxnSpMkLst>
        </pc:cxnChg>
      </pc:sldChg>
      <pc:sldChg chg="modSp mod">
        <pc:chgData name="(s) Karthe Ganesh" userId="6f24e278-3aef-474a-845b-de245335c749" providerId="ADAL" clId="{DEDD3F46-C56E-4087-A5C8-9CA0EBAB2450}" dt="2026-05-05T21:12:49.594" v="296"/>
        <pc:sldMkLst>
          <pc:docMk/>
          <pc:sldMk cId="1092888804" sldId="274"/>
        </pc:sldMkLst>
        <pc:graphicFrameChg chg="mod modGraphic">
          <ac:chgData name="(s) Karthe Ganesh" userId="6f24e278-3aef-474a-845b-de245335c749" providerId="ADAL" clId="{DEDD3F46-C56E-4087-A5C8-9CA0EBAB2450}" dt="2026-05-05T21:12:49.594" v="296"/>
          <ac:graphicFrameMkLst>
            <pc:docMk/>
            <pc:sldMk cId="1092888804" sldId="274"/>
            <ac:graphicFrameMk id="5" creationId="{33ADD578-6AF1-DA37-8F70-CE88F0E423AF}"/>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0CFFE2-2715-47D9-9225-DD219D4108CD}" type="datetimeFigureOut">
              <a:rPr lang="en-GB" smtClean="0"/>
              <a:t>07/05/2026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DE2BBB-78F1-457E-B7B1-3688ED12EFD1}" type="slidenum">
              <a:rPr lang="en-GB" smtClean="0"/>
              <a:t>‹#›</a:t>
            </a:fld>
            <a:endParaRPr lang="en-GB"/>
          </a:p>
        </p:txBody>
      </p:sp>
    </p:spTree>
    <p:extLst>
      <p:ext uri="{BB962C8B-B14F-4D97-AF65-F5344CB8AC3E}">
        <p14:creationId xmlns:p14="http://schemas.microsoft.com/office/powerpoint/2010/main" val="2642835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FB8FB-C785-0F7C-8D35-8EFDCF77FC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85193-C001-86DA-9BA1-A4FF23BD296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9633A20-9E2F-8110-F0D3-3564FF685C40}"/>
              </a:ext>
            </a:extLst>
          </p:cNvPr>
          <p:cNvSpPr>
            <a:spLocks noGrp="1"/>
          </p:cNvSpPr>
          <p:nvPr>
            <p:ph type="body" idx="1"/>
          </p:nvPr>
        </p:nvSpPr>
        <p:spPr/>
        <p:txBody>
          <a:bodyPr/>
          <a:lstStyle/>
          <a:p>
            <a:r>
              <a:rPr lang="en-GB"/>
              <a:t>This presentation covers the following topics…</a:t>
            </a:r>
          </a:p>
        </p:txBody>
      </p:sp>
      <p:sp>
        <p:nvSpPr>
          <p:cNvPr id="4" name="Slide Number Placeholder 3">
            <a:extLst>
              <a:ext uri="{FF2B5EF4-FFF2-40B4-BE49-F238E27FC236}">
                <a16:creationId xmlns:a16="http://schemas.microsoft.com/office/drawing/2014/main" id="{AF1FEE12-AC29-5809-3F42-581DABC8DF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296108-3C5D-4784-B6D8-9E01FBF21CA5}"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68018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a:t>For Task 1:</a:t>
            </a:r>
            <a:br>
              <a:rPr lang="en-GB"/>
            </a:br>
            <a:r>
              <a:rPr lang="en-GB"/>
              <a:t>I implemented the </a:t>
            </a:r>
            <a:r>
              <a:rPr lang="en-GB" err="1"/>
              <a:t>getcurrentmicros</a:t>
            </a:r>
            <a:r>
              <a:rPr lang="en-GB"/>
              <a:t>() function as it uses ticks that are very low level and accurate, this also prevents overflow errors that I was getting with the method found in Lab 2.</a:t>
            </a:r>
          </a:p>
          <a:p>
            <a:r>
              <a:rPr lang="en-GB"/>
              <a:t>The average inference time should be taken as each run can have slight differences due to changes to how the processer pipelines.</a:t>
            </a:r>
          </a:p>
          <a:p>
            <a:r>
              <a:rPr lang="en-GB"/>
              <a:t>One optimisation I did was converting the test data from double to a static, so that this read only data can be held in flash. I did notice that changing some data types for variables did change the</a:t>
            </a:r>
          </a:p>
          <a:p>
            <a:r>
              <a:rPr lang="en-GB"/>
              <a:t>Memory level optimisations are important as they techniques such as pruning does not take place, this could affect the output result and result in a less accurate model.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296108-3C5D-4784-B6D8-9E01FBF21CA5}"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88113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slide just summarises all the results obtained in part 3, as you can see both CubeAI and ST Edge AI far outperformed the</a:t>
            </a:r>
          </a:p>
        </p:txBody>
      </p:sp>
      <p:sp>
        <p:nvSpPr>
          <p:cNvPr id="4" name="Slide Number Placeholder 3"/>
          <p:cNvSpPr>
            <a:spLocks noGrp="1"/>
          </p:cNvSpPr>
          <p:nvPr>
            <p:ph type="sldNum" sz="quarter" idx="5"/>
          </p:nvPr>
        </p:nvSpPr>
        <p:spPr/>
        <p:txBody>
          <a:bodyPr/>
          <a:lstStyle/>
          <a:p>
            <a:fld id="{8CDE2BBB-78F1-457E-B7B1-3688ED12EFD1}" type="slidenum">
              <a:rPr lang="en-GB" smtClean="0"/>
              <a:t>5</a:t>
            </a:fld>
            <a:endParaRPr lang="en-GB"/>
          </a:p>
        </p:txBody>
      </p:sp>
    </p:spTree>
    <p:extLst>
      <p:ext uri="{BB962C8B-B14F-4D97-AF65-F5344CB8AC3E}">
        <p14:creationId xmlns:p14="http://schemas.microsoft.com/office/powerpoint/2010/main" val="3475259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For case 1 the model was developed on pycharm using python 3.12.</a:t>
            </a:r>
          </a:p>
          <a:p>
            <a:pPr marL="171450" indent="-171450">
              <a:buFontTx/>
              <a:buChar char="-"/>
            </a:pPr>
            <a:r>
              <a:rPr lang="en-GB"/>
              <a:t>With guidence from the website provided in the coursework brief, I was able to train a model with about 850 trainable parameters</a:t>
            </a:r>
          </a:p>
          <a:p>
            <a:pPr marL="171450" indent="-171450">
              <a:buFontTx/>
              <a:buChar char="-"/>
            </a:pPr>
            <a:r>
              <a:rPr lang="en-GB"/>
              <a:t>I noticed that the model could have been improved even further by increasing the number of neurons in each layer.</a:t>
            </a:r>
          </a:p>
          <a:p>
            <a:pPr marL="171450" indent="-171450">
              <a:buFontTx/>
              <a:buChar char="-"/>
            </a:pPr>
            <a:r>
              <a:rPr lang="en-GB"/>
              <a:t>The two graphs show how increasing the trainable parameters impacted the output graph of the trained model.</a:t>
            </a:r>
          </a:p>
          <a:p>
            <a:pPr marL="171450" indent="-171450">
              <a:buFont typeface="Arial" panose="020B0604020202020204" pitchFamily="34" charset="0"/>
              <a:buChar char="•"/>
            </a:pPr>
            <a:r>
              <a:rPr lang="en-GB"/>
              <a:t>The model architecture is shown here.</a:t>
            </a:r>
          </a:p>
          <a:p>
            <a:pPr marL="171450" indent="-171450">
              <a:buFont typeface="Arial" panose="020B0604020202020204" pitchFamily="34" charset="0"/>
              <a:buChar char="•"/>
            </a:pPr>
            <a:r>
              <a:rPr lang="en-GB"/>
              <a:t>The table indicated the inference time and memory utilsation was the highest of all three cases, this is understanable as the C code is not optimised by the runtime libraries like in case 2 and 3, these tools are added onto runtime</a:t>
            </a:r>
          </a:p>
        </p:txBody>
      </p:sp>
      <p:sp>
        <p:nvSpPr>
          <p:cNvPr id="4" name="Slide Number Placeholder 3"/>
          <p:cNvSpPr>
            <a:spLocks noGrp="1"/>
          </p:cNvSpPr>
          <p:nvPr>
            <p:ph type="sldNum" sz="quarter" idx="5"/>
          </p:nvPr>
        </p:nvSpPr>
        <p:spPr/>
        <p:txBody>
          <a:bodyPr/>
          <a:lstStyle/>
          <a:p>
            <a:fld id="{8CDE2BBB-78F1-457E-B7B1-3688ED12EFD1}" type="slidenum">
              <a:rPr lang="en-GB" smtClean="0"/>
              <a:t>6</a:t>
            </a:fld>
            <a:endParaRPr lang="en-GB"/>
          </a:p>
        </p:txBody>
      </p:sp>
    </p:spTree>
    <p:extLst>
      <p:ext uri="{BB962C8B-B14F-4D97-AF65-F5344CB8AC3E}">
        <p14:creationId xmlns:p14="http://schemas.microsoft.com/office/powerpoint/2010/main" val="1598314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CDE2BBB-78F1-457E-B7B1-3688ED12EFD1}" type="slidenum">
              <a:rPr lang="en-GB" smtClean="0"/>
              <a:t>7</a:t>
            </a:fld>
            <a:endParaRPr lang="en-GB"/>
          </a:p>
        </p:txBody>
      </p:sp>
    </p:spTree>
    <p:extLst>
      <p:ext uri="{BB962C8B-B14F-4D97-AF65-F5344CB8AC3E}">
        <p14:creationId xmlns:p14="http://schemas.microsoft.com/office/powerpoint/2010/main" val="7704385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CDE2BBB-78F1-457E-B7B1-3688ED12EFD1}" type="slidenum">
              <a:rPr lang="en-GB" smtClean="0"/>
              <a:t>8</a:t>
            </a:fld>
            <a:endParaRPr lang="en-GB"/>
          </a:p>
        </p:txBody>
      </p:sp>
    </p:spTree>
    <p:extLst>
      <p:ext uri="{BB962C8B-B14F-4D97-AF65-F5344CB8AC3E}">
        <p14:creationId xmlns:p14="http://schemas.microsoft.com/office/powerpoint/2010/main" val="1768235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Task 1:</a:t>
            </a:r>
            <a:br>
              <a:rPr lang="en-GB"/>
            </a:br>
            <a:r>
              <a:rPr lang="en-GB"/>
              <a:t>- At the default epoch of 8, I noticed that the accuracy was low, leading to less confident inference model predictions. This meant the model was potentially underfitting.</a:t>
            </a:r>
          </a:p>
          <a:p>
            <a:r>
              <a:rPr lang="en-GB"/>
              <a:t>- To combat this, I increased the number of epochs, the trade-off of doing this is the time it takes to train, however it means a more confident prediction on unseen data. </a:t>
            </a:r>
          </a:p>
          <a:p>
            <a:r>
              <a:rPr lang="en-GB"/>
              <a:t>- I found the best results for two classes was between 16 and 32 epochs, any more would add unnecessary training time for a model that was already making reasonably accurate predictions. </a:t>
            </a:r>
          </a:p>
          <a:p>
            <a:endParaRPr lang="en-GB"/>
          </a:p>
        </p:txBody>
      </p:sp>
      <p:sp>
        <p:nvSpPr>
          <p:cNvPr id="4" name="Slide Number Placeholder 3"/>
          <p:cNvSpPr>
            <a:spLocks noGrp="1"/>
          </p:cNvSpPr>
          <p:nvPr>
            <p:ph type="sldNum" sz="quarter" idx="5"/>
          </p:nvPr>
        </p:nvSpPr>
        <p:spPr/>
        <p:txBody>
          <a:bodyPr/>
          <a:lstStyle/>
          <a:p>
            <a:fld id="{8CDE2BBB-78F1-457E-B7B1-3688ED12EFD1}" type="slidenum">
              <a:rPr lang="en-GB" smtClean="0"/>
              <a:t>9</a:t>
            </a:fld>
            <a:endParaRPr lang="en-GB"/>
          </a:p>
        </p:txBody>
      </p:sp>
    </p:spTree>
    <p:extLst>
      <p:ext uri="{BB962C8B-B14F-4D97-AF65-F5344CB8AC3E}">
        <p14:creationId xmlns:p14="http://schemas.microsoft.com/office/powerpoint/2010/main" val="1529524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Task 2:</a:t>
            </a:r>
          </a:p>
          <a:p>
            <a:pPr marL="171450" indent="-171450">
              <a:buFontTx/>
              <a:buChar char="-"/>
            </a:pPr>
            <a:r>
              <a:rPr lang="en-GB"/>
              <a:t>When testing images from the two classes that had not been implemented the accuracy of predictions remained high, however the test images of ovals and triangles were being mis-classified. </a:t>
            </a:r>
          </a:p>
          <a:p>
            <a:pPr marL="171450" indent="-171450">
              <a:buFontTx/>
              <a:buChar char="-"/>
            </a:pPr>
            <a:r>
              <a:rPr lang="en-GB"/>
              <a:t>I ran a single image inference test on four classes to help with improving performance.</a:t>
            </a:r>
          </a:p>
          <a:p>
            <a:pPr marL="171450" indent="-171450">
              <a:buFontTx/>
              <a:buChar char="-"/>
            </a:pPr>
            <a:r>
              <a:rPr lang="en-GB"/>
              <a:t>It showed that the model was still </a:t>
            </a:r>
          </a:p>
          <a:p>
            <a:pPr marL="171450" indent="-171450">
              <a:buFontTx/>
              <a:buChar char="-"/>
            </a:pPr>
            <a:endParaRPr lang="en-GB"/>
          </a:p>
          <a:p>
            <a:pPr marL="0" indent="0">
              <a:buFontTx/>
              <a:buNone/>
            </a:pPr>
            <a:r>
              <a:rPr lang="en-GB"/>
              <a:t>I tested the new best.pt file with all four images and found that the circle, rectangle and triangle were correctly classified using 32 epochs. However, the oval was still being misclassified as a circle. </a:t>
            </a:r>
          </a:p>
          <a:p>
            <a:pPr marL="171450" indent="-171450">
              <a:buFontTx/>
              <a:buChar char="-"/>
            </a:pPr>
            <a:r>
              <a:rPr lang="en-GB"/>
              <a:t>Therefore, I increased the epochs to 64 and found that all classes were being correctly classified.</a:t>
            </a:r>
          </a:p>
          <a:p>
            <a:endParaRPr lang="en-GB"/>
          </a:p>
        </p:txBody>
      </p:sp>
      <p:sp>
        <p:nvSpPr>
          <p:cNvPr id="4" name="Slide Number Placeholder 3"/>
          <p:cNvSpPr>
            <a:spLocks noGrp="1"/>
          </p:cNvSpPr>
          <p:nvPr>
            <p:ph type="sldNum" sz="quarter" idx="5"/>
          </p:nvPr>
        </p:nvSpPr>
        <p:spPr/>
        <p:txBody>
          <a:bodyPr/>
          <a:lstStyle/>
          <a:p>
            <a:fld id="{8CDE2BBB-78F1-457E-B7B1-3688ED12EFD1}" type="slidenum">
              <a:rPr lang="en-GB" smtClean="0"/>
              <a:t>10</a:t>
            </a:fld>
            <a:endParaRPr lang="en-GB"/>
          </a:p>
        </p:txBody>
      </p:sp>
    </p:spTree>
    <p:extLst>
      <p:ext uri="{BB962C8B-B14F-4D97-AF65-F5344CB8AC3E}">
        <p14:creationId xmlns:p14="http://schemas.microsoft.com/office/powerpoint/2010/main" val="40590965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a:t>I then retrained the model using all four classes as part of the training dataset.</a:t>
            </a:r>
          </a:p>
          <a:p>
            <a:pPr marL="171450" indent="-171450">
              <a:buFontTx/>
              <a:buChar char="-"/>
            </a:pPr>
            <a:r>
              <a:rPr lang="en-GB"/>
              <a:t>For the sake of comparision I tested this four class model on 8, 32, 64 and 100 epochs.</a:t>
            </a:r>
          </a:p>
          <a:p>
            <a:pPr marL="171450" indent="-171450">
              <a:buFontTx/>
              <a:buChar char="-"/>
            </a:pPr>
            <a:r>
              <a:rPr lang="en-GB"/>
              <a:t>The bar graph shows the confidence of predictions for each class for each epoch and shows the average confidence at each number of runs.</a:t>
            </a:r>
          </a:p>
          <a:p>
            <a:endParaRPr lang="en-GB"/>
          </a:p>
        </p:txBody>
      </p:sp>
      <p:sp>
        <p:nvSpPr>
          <p:cNvPr id="4" name="Slide Number Placeholder 3"/>
          <p:cNvSpPr>
            <a:spLocks noGrp="1"/>
          </p:cNvSpPr>
          <p:nvPr>
            <p:ph type="sldNum" sz="quarter" idx="5"/>
          </p:nvPr>
        </p:nvSpPr>
        <p:spPr/>
        <p:txBody>
          <a:bodyPr/>
          <a:lstStyle/>
          <a:p>
            <a:fld id="{8CDE2BBB-78F1-457E-B7B1-3688ED12EFD1}" type="slidenum">
              <a:rPr lang="en-GB" smtClean="0"/>
              <a:t>11</a:t>
            </a:fld>
            <a:endParaRPr lang="en-GB"/>
          </a:p>
        </p:txBody>
      </p:sp>
    </p:spTree>
    <p:extLst>
      <p:ext uri="{BB962C8B-B14F-4D97-AF65-F5344CB8AC3E}">
        <p14:creationId xmlns:p14="http://schemas.microsoft.com/office/powerpoint/2010/main" val="155180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B3359-1E5F-8AC2-86FC-B22AF3770B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72DB5D-6490-2DAC-AA69-262519877C3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8A0385D-05D5-29DE-9A54-1A93D26D4E84}"/>
              </a:ext>
            </a:extLst>
          </p:cNvPr>
          <p:cNvSpPr>
            <a:spLocks noGrp="1"/>
          </p:cNvSpPr>
          <p:nvPr>
            <p:ph type="body" idx="1"/>
          </p:nvPr>
        </p:nvSpPr>
        <p:spPr/>
        <p:txBody>
          <a:bodyPr/>
          <a:lstStyle/>
          <a:p>
            <a:r>
              <a:rPr lang="en-GB"/>
              <a:t>This presentation covers the following topics…</a:t>
            </a:r>
          </a:p>
        </p:txBody>
      </p:sp>
      <p:sp>
        <p:nvSpPr>
          <p:cNvPr id="4" name="Slide Number Placeholder 3">
            <a:extLst>
              <a:ext uri="{FF2B5EF4-FFF2-40B4-BE49-F238E27FC236}">
                <a16:creationId xmlns:a16="http://schemas.microsoft.com/office/drawing/2014/main" id="{7E959B6A-242C-6E5B-9D31-18B085A2FA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296108-3C5D-4784-B6D8-9E01FBF21CA5}"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90351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18256"/>
            <a:ext cx="10972800" cy="854968"/>
          </a:xfrm>
        </p:spPr>
        <p:txBody>
          <a:bodyPr>
            <a:normAutofit/>
          </a:bodyPr>
          <a:lstStyle>
            <a:lvl1pPr>
              <a:defRPr sz="3733"/>
            </a:lvl1pPr>
          </a:lstStyle>
          <a:p>
            <a:r>
              <a:rPr lang="en-US"/>
              <a:t>Title</a:t>
            </a:r>
            <a:endParaRPr lang="en-GB"/>
          </a:p>
        </p:txBody>
      </p:sp>
      <p:sp>
        <p:nvSpPr>
          <p:cNvPr id="3" name="Content Placeholder 2"/>
          <p:cNvSpPr>
            <a:spLocks noGrp="1"/>
          </p:cNvSpPr>
          <p:nvPr>
            <p:ph idx="1"/>
          </p:nvPr>
        </p:nvSpPr>
        <p:spPr>
          <a:xfrm>
            <a:off x="609600" y="932723"/>
            <a:ext cx="10972800" cy="4704523"/>
          </a:xfrm>
        </p:spPr>
        <p:txBody>
          <a:bodyPr/>
          <a:lstStyle>
            <a:lvl1pPr>
              <a:defRPr sz="3200"/>
            </a:lvl1pPr>
            <a:lvl2pPr>
              <a:defRPr sz="2667"/>
            </a:lvl2pPr>
            <a:lvl3pPr>
              <a:defRPr sz="2400"/>
            </a:lvl3pPr>
            <a:lvl4pPr>
              <a:defRPr sz="2133"/>
            </a:lvl4pPr>
            <a:lvl5pPr>
              <a:defRPr sz="21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pPr defTabSz="1219170"/>
            <a:fld id="{0839064E-E686-44CC-A0AD-74810FD65FFF}" type="datetime1">
              <a:rPr lang="en-GB" smtClean="0">
                <a:solidFill>
                  <a:prstClr val="black">
                    <a:tint val="75000"/>
                  </a:prstClr>
                </a:solidFill>
              </a:rPr>
              <a:t>07/05/2026</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1219170"/>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pPr defTabSz="1219170"/>
            <a:fld id="{0097383A-60EC-4720-B4F7-3F8B7072D89A}" type="slidenum">
              <a:rPr lang="en-GB" smtClean="0">
                <a:solidFill>
                  <a:prstClr val="black">
                    <a:tint val="75000"/>
                  </a:prstClr>
                </a:solidFill>
              </a:rPr>
              <a:pPr defTabSz="1219170"/>
              <a:t>‹#›</a:t>
            </a:fld>
            <a:endParaRPr lang="en-GB">
              <a:solidFill>
                <a:prstClr val="black">
                  <a:tint val="75000"/>
                </a:prstClr>
              </a:solidFill>
            </a:endParaRPr>
          </a:p>
        </p:txBody>
      </p:sp>
    </p:spTree>
    <p:extLst>
      <p:ext uri="{BB962C8B-B14F-4D97-AF65-F5344CB8AC3E}">
        <p14:creationId xmlns:p14="http://schemas.microsoft.com/office/powerpoint/2010/main" val="8396648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8256"/>
            <a:ext cx="10972800" cy="950979"/>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028733"/>
            <a:ext cx="10972800" cy="46085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8B7C0DF4-1325-4919-9E2A-C945FA127395}" type="datetime1">
              <a:rPr lang="en-GB" smtClean="0"/>
              <a:t>07/05/2026</a:t>
            </a:fld>
            <a:endParaRPr lang="en-GB"/>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0097383A-60EC-4720-B4F7-3F8B7072D89A}" type="slidenum">
              <a:rPr lang="en-GB" smtClean="0"/>
              <a:t>‹#›</a:t>
            </a:fld>
            <a:endParaRPr lang="en-GB"/>
          </a:p>
        </p:txBody>
      </p:sp>
    </p:spTree>
    <p:extLst>
      <p:ext uri="{BB962C8B-B14F-4D97-AF65-F5344CB8AC3E}">
        <p14:creationId xmlns:p14="http://schemas.microsoft.com/office/powerpoint/2010/main" val="4220622860"/>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1219170" rtl="0" eaLnBrk="1" latinLnBrk="0" hangingPunct="1">
        <a:spcBef>
          <a:spcPct val="0"/>
        </a:spcBef>
        <a:buNone/>
        <a:defRPr sz="3733" b="1" kern="1200">
          <a:solidFill>
            <a:srgbClr val="330066"/>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133"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133"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AE25F-9556-86F9-0F61-7BF4190BDA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6255B-4A7A-4BDD-A050-807222387289}"/>
              </a:ext>
            </a:extLst>
          </p:cNvPr>
          <p:cNvSpPr>
            <a:spLocks noGrp="1"/>
          </p:cNvSpPr>
          <p:nvPr>
            <p:ph type="title"/>
          </p:nvPr>
        </p:nvSpPr>
        <p:spPr>
          <a:xfrm>
            <a:off x="0" y="-87088"/>
            <a:ext cx="12192000" cy="854968"/>
          </a:xfrm>
        </p:spPr>
        <p:txBody>
          <a:bodyPr>
            <a:normAutofit/>
          </a:bodyPr>
          <a:lstStyle/>
          <a:p>
            <a:r>
              <a:rPr lang="en-GB" sz="2800"/>
              <a:t>Overview</a:t>
            </a:r>
          </a:p>
        </p:txBody>
      </p:sp>
      <p:sp>
        <p:nvSpPr>
          <p:cNvPr id="5" name="Title 1">
            <a:extLst>
              <a:ext uri="{FF2B5EF4-FFF2-40B4-BE49-F238E27FC236}">
                <a16:creationId xmlns:a16="http://schemas.microsoft.com/office/drawing/2014/main" id="{09748AC9-C939-E984-DB57-162187DCE8F2}"/>
              </a:ext>
            </a:extLst>
          </p:cNvPr>
          <p:cNvSpPr txBox="1">
            <a:spLocks/>
          </p:cNvSpPr>
          <p:nvPr/>
        </p:nvSpPr>
        <p:spPr>
          <a:xfrm>
            <a:off x="0" y="505632"/>
            <a:ext cx="12192000" cy="854968"/>
          </a:xfrm>
          <a:prstGeom prst="rect">
            <a:avLst/>
          </a:prstGeom>
        </p:spPr>
        <p:txBody>
          <a:bodyPr vert="horz" lIns="91440" tIns="45720" rIns="91440" bIns="45720" rtlCol="0" anchor="ctr">
            <a:normAutofit/>
          </a:bodyPr>
          <a:lstStyle>
            <a:lvl1pPr algn="l" defTabSz="1219170" rtl="0" eaLnBrk="1" latinLnBrk="0" hangingPunct="1">
              <a:spcBef>
                <a:spcPct val="0"/>
              </a:spcBef>
              <a:buNone/>
              <a:defRPr sz="3733" b="1" kern="1200">
                <a:solidFill>
                  <a:srgbClr val="330066"/>
                </a:solidFill>
                <a:latin typeface="+mj-lt"/>
                <a:ea typeface="+mj-ea"/>
                <a:cs typeface="+mj-cs"/>
              </a:defRPr>
            </a:lvl1pPr>
          </a:lstStyle>
          <a:p>
            <a:r>
              <a:rPr lang="en-GB" sz="2800" b="0"/>
              <a:t>Part 1 - Deployment of ML Algorithms (ANN) </a:t>
            </a:r>
          </a:p>
        </p:txBody>
      </p:sp>
      <p:sp>
        <p:nvSpPr>
          <p:cNvPr id="8" name="Title 1">
            <a:extLst>
              <a:ext uri="{FF2B5EF4-FFF2-40B4-BE49-F238E27FC236}">
                <a16:creationId xmlns:a16="http://schemas.microsoft.com/office/drawing/2014/main" id="{F5722E73-FDAA-BFA8-6231-6DC556EE7598}"/>
              </a:ext>
            </a:extLst>
          </p:cNvPr>
          <p:cNvSpPr txBox="1">
            <a:spLocks/>
          </p:cNvSpPr>
          <p:nvPr/>
        </p:nvSpPr>
        <p:spPr>
          <a:xfrm>
            <a:off x="0" y="1393259"/>
            <a:ext cx="12192000" cy="1358192"/>
          </a:xfrm>
          <a:prstGeom prst="rect">
            <a:avLst/>
          </a:prstGeom>
        </p:spPr>
        <p:txBody>
          <a:bodyPr vert="horz" lIns="91440" tIns="45720" rIns="91440" bIns="45720" rtlCol="0" anchor="ctr">
            <a:noAutofit/>
          </a:bodyPr>
          <a:lstStyle>
            <a:lvl1pPr algn="l" defTabSz="1219170" rtl="0" eaLnBrk="1" latinLnBrk="0" hangingPunct="1">
              <a:spcBef>
                <a:spcPct val="0"/>
              </a:spcBef>
              <a:buNone/>
              <a:defRPr sz="3733" b="1" kern="1200">
                <a:solidFill>
                  <a:srgbClr val="330066"/>
                </a:solidFill>
                <a:latin typeface="+mj-lt"/>
                <a:ea typeface="+mj-ea"/>
                <a:cs typeface="+mj-cs"/>
              </a:defRPr>
            </a:lvl1pPr>
          </a:lstStyle>
          <a:p>
            <a:r>
              <a:rPr lang="en-GB" sz="2800" b="0"/>
              <a:t>Part 2 - Deployment and Performance of ML Algorithms</a:t>
            </a:r>
          </a:p>
          <a:p>
            <a:r>
              <a:rPr lang="en-GB" sz="1800" b="0">
                <a:solidFill>
                  <a:srgbClr val="330065"/>
                </a:solidFill>
              </a:rPr>
              <a:t>ResNet</a:t>
            </a:r>
            <a:endParaRPr lang="en-GB" sz="1800" b="0">
              <a:latin typeface="+mn-lt"/>
            </a:endParaRPr>
          </a:p>
          <a:p>
            <a:r>
              <a:rPr lang="en-GB" sz="1800" b="0">
                <a:latin typeface="+mn-lt"/>
              </a:rPr>
              <a:t>Binarized Neural Network</a:t>
            </a:r>
          </a:p>
          <a:p>
            <a:endParaRPr lang="en-GB" sz="2800" b="0"/>
          </a:p>
        </p:txBody>
      </p:sp>
      <p:sp>
        <p:nvSpPr>
          <p:cNvPr id="9" name="Title 1">
            <a:extLst>
              <a:ext uri="{FF2B5EF4-FFF2-40B4-BE49-F238E27FC236}">
                <a16:creationId xmlns:a16="http://schemas.microsoft.com/office/drawing/2014/main" id="{DCA6B4E8-2DA1-703E-55BD-4BB9AD0FF199}"/>
              </a:ext>
            </a:extLst>
          </p:cNvPr>
          <p:cNvSpPr txBox="1">
            <a:spLocks/>
          </p:cNvSpPr>
          <p:nvPr/>
        </p:nvSpPr>
        <p:spPr>
          <a:xfrm>
            <a:off x="0" y="2330955"/>
            <a:ext cx="12192000" cy="1918522"/>
          </a:xfrm>
          <a:prstGeom prst="rect">
            <a:avLst/>
          </a:prstGeom>
        </p:spPr>
        <p:txBody>
          <a:bodyPr vert="horz" lIns="91440" tIns="45720" rIns="91440" bIns="45720" rtlCol="0" anchor="ctr">
            <a:noAutofit/>
          </a:bodyPr>
          <a:lstStyle>
            <a:lvl1pPr algn="l" defTabSz="1219170" rtl="0" eaLnBrk="1" latinLnBrk="0" hangingPunct="1">
              <a:spcBef>
                <a:spcPct val="0"/>
              </a:spcBef>
              <a:buNone/>
              <a:defRPr sz="3733" b="1" kern="1200">
                <a:solidFill>
                  <a:srgbClr val="330066"/>
                </a:solidFill>
                <a:latin typeface="+mj-lt"/>
                <a:ea typeface="+mj-ea"/>
                <a:cs typeface="+mj-cs"/>
              </a:defRPr>
            </a:lvl1pPr>
          </a:lstStyle>
          <a:p>
            <a:r>
              <a:rPr lang="en-GB" sz="2800" b="0"/>
              <a:t>Part 3 - Training and Development of a Sine-Wave Model</a:t>
            </a:r>
          </a:p>
          <a:p>
            <a:r>
              <a:rPr lang="en-GB" sz="1800" b="0">
                <a:latin typeface="+mn-lt"/>
              </a:rPr>
              <a:t>Summary of Results</a:t>
            </a:r>
          </a:p>
          <a:p>
            <a:r>
              <a:rPr lang="en-GB" sz="1800" b="0">
                <a:latin typeface="+mn-lt"/>
              </a:rPr>
              <a:t>Case 1</a:t>
            </a:r>
          </a:p>
          <a:p>
            <a:r>
              <a:rPr lang="en-GB" sz="1800" b="0">
                <a:latin typeface="+mn-lt"/>
              </a:rPr>
              <a:t>Case 2</a:t>
            </a:r>
          </a:p>
          <a:p>
            <a:r>
              <a:rPr lang="en-GB" sz="1800" b="0">
                <a:latin typeface="+mn-lt"/>
              </a:rPr>
              <a:t>Case 3</a:t>
            </a:r>
          </a:p>
        </p:txBody>
      </p:sp>
      <p:sp>
        <p:nvSpPr>
          <p:cNvPr id="10" name="Title 1">
            <a:extLst>
              <a:ext uri="{FF2B5EF4-FFF2-40B4-BE49-F238E27FC236}">
                <a16:creationId xmlns:a16="http://schemas.microsoft.com/office/drawing/2014/main" id="{FF3AB912-AA13-E872-4A26-DF998806B42D}"/>
              </a:ext>
            </a:extLst>
          </p:cNvPr>
          <p:cNvSpPr txBox="1">
            <a:spLocks/>
          </p:cNvSpPr>
          <p:nvPr/>
        </p:nvSpPr>
        <p:spPr>
          <a:xfrm>
            <a:off x="0" y="4154385"/>
            <a:ext cx="12192000" cy="1553193"/>
          </a:xfrm>
          <a:prstGeom prst="rect">
            <a:avLst/>
          </a:prstGeom>
        </p:spPr>
        <p:txBody>
          <a:bodyPr vert="horz" lIns="91440" tIns="45720" rIns="91440" bIns="45720" rtlCol="0" anchor="ctr">
            <a:noAutofit/>
          </a:bodyPr>
          <a:lstStyle>
            <a:lvl1pPr algn="l" defTabSz="1219170" rtl="0" eaLnBrk="1" latinLnBrk="0" hangingPunct="1">
              <a:spcBef>
                <a:spcPct val="0"/>
              </a:spcBef>
              <a:buNone/>
              <a:defRPr sz="3733" b="1" kern="1200">
                <a:solidFill>
                  <a:srgbClr val="330066"/>
                </a:solidFill>
                <a:latin typeface="+mj-lt"/>
                <a:ea typeface="+mj-ea"/>
                <a:cs typeface="+mj-cs"/>
              </a:defRPr>
            </a:lvl1pPr>
          </a:lstStyle>
          <a:p>
            <a:r>
              <a:rPr lang="en-GB" sz="2800" b="0"/>
              <a:t>Part 4 - Face Classification using CNNs</a:t>
            </a:r>
          </a:p>
          <a:p>
            <a:r>
              <a:rPr lang="en-GB" sz="1800" b="0">
                <a:latin typeface="+mn-lt"/>
              </a:rPr>
              <a:t>Task 1</a:t>
            </a:r>
            <a:br>
              <a:rPr lang="en-GB" sz="1800" b="0">
                <a:latin typeface="+mn-lt"/>
              </a:rPr>
            </a:br>
            <a:r>
              <a:rPr lang="en-GB" sz="1800" b="0">
                <a:latin typeface="+mn-lt"/>
              </a:rPr>
              <a:t>Task 2</a:t>
            </a:r>
            <a:br>
              <a:rPr lang="en-GB" sz="1800" b="0">
                <a:latin typeface="+mn-lt"/>
              </a:rPr>
            </a:br>
            <a:r>
              <a:rPr lang="en-GB" sz="1800" b="0">
                <a:latin typeface="+mn-lt"/>
              </a:rPr>
              <a:t>Task 3</a:t>
            </a:r>
          </a:p>
        </p:txBody>
      </p:sp>
    </p:spTree>
    <p:extLst>
      <p:ext uri="{BB962C8B-B14F-4D97-AF65-F5344CB8AC3E}">
        <p14:creationId xmlns:p14="http://schemas.microsoft.com/office/powerpoint/2010/main" val="3080331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854968"/>
          </a:xfrm>
        </p:spPr>
        <p:txBody>
          <a:bodyPr>
            <a:normAutofit/>
          </a:bodyPr>
          <a:lstStyle/>
          <a:p>
            <a:r>
              <a:rPr lang="en-GB" sz="2800"/>
              <a:t>Part 1 - Deployment of ML Algorithms </a:t>
            </a:r>
          </a:p>
        </p:txBody>
      </p:sp>
      <p:sp>
        <p:nvSpPr>
          <p:cNvPr id="3" name="TextBox 2">
            <a:extLst>
              <a:ext uri="{FF2B5EF4-FFF2-40B4-BE49-F238E27FC236}">
                <a16:creationId xmlns:a16="http://schemas.microsoft.com/office/drawing/2014/main" id="{A34488F7-8EAA-2A22-DE05-D166E0FB0CC6}"/>
              </a:ext>
            </a:extLst>
          </p:cNvPr>
          <p:cNvSpPr txBox="1"/>
          <p:nvPr/>
        </p:nvSpPr>
        <p:spPr>
          <a:xfrm>
            <a:off x="7718964" y="1324411"/>
            <a:ext cx="3736862" cy="3693319"/>
          </a:xfrm>
          <a:prstGeom prst="rect">
            <a:avLst/>
          </a:prstGeom>
          <a:noFill/>
        </p:spPr>
        <p:txBody>
          <a:bodyPr wrap="square" rtlCol="0">
            <a:spAutoFit/>
          </a:bodyPr>
          <a:lstStyle/>
          <a:p>
            <a:pPr marL="285750" indent="-285750">
              <a:buFont typeface="Arial" panose="020B0604020202020204" pitchFamily="34" charset="0"/>
              <a:buChar char="•"/>
            </a:pPr>
            <a:r>
              <a:rPr lang="en-GB"/>
              <a:t>Execution time is measured using ticks which are found in the low-level hardware abstraction layer.</a:t>
            </a:r>
            <a:br>
              <a:rPr lang="en-GB"/>
            </a:br>
            <a:endParaRPr lang="en-GB"/>
          </a:p>
          <a:p>
            <a:pPr marL="285750" indent="-285750">
              <a:buFont typeface="Arial" panose="020B0604020202020204" pitchFamily="34" charset="0"/>
              <a:buChar char="•"/>
            </a:pPr>
            <a:r>
              <a:rPr lang="en-GB"/>
              <a:t>The number of runs used to obtain average is determined by </a:t>
            </a:r>
            <a:r>
              <a:rPr lang="en-GB" err="1"/>
              <a:t>max_run</a:t>
            </a:r>
            <a:r>
              <a:rPr lang="en-GB"/>
              <a:t>.</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a:t>Double to static </a:t>
            </a:r>
            <a:r>
              <a:rPr lang="en-GB" err="1"/>
              <a:t>const</a:t>
            </a:r>
            <a:r>
              <a:rPr lang="en-GB"/>
              <a:t> double so that the variable is stored in flash rather than RAM.</a:t>
            </a:r>
          </a:p>
          <a:p>
            <a:pPr marL="285750" indent="-285750">
              <a:buFont typeface="Arial" panose="020B0604020202020204" pitchFamily="34" charset="0"/>
              <a:buChar char="•"/>
            </a:pPr>
            <a:endParaRPr lang="en-GB"/>
          </a:p>
        </p:txBody>
      </p:sp>
      <p:graphicFrame>
        <p:nvGraphicFramePr>
          <p:cNvPr id="6" name="Table 5">
            <a:extLst>
              <a:ext uri="{FF2B5EF4-FFF2-40B4-BE49-F238E27FC236}">
                <a16:creationId xmlns:a16="http://schemas.microsoft.com/office/drawing/2014/main" id="{8461A97D-6468-8DAB-1E72-81FEA183EC57}"/>
              </a:ext>
            </a:extLst>
          </p:cNvPr>
          <p:cNvGraphicFramePr>
            <a:graphicFrameLocks noGrp="1"/>
          </p:cNvGraphicFramePr>
          <p:nvPr>
            <p:extLst>
              <p:ext uri="{D42A27DB-BD31-4B8C-83A1-F6EECF244321}">
                <p14:modId xmlns:p14="http://schemas.microsoft.com/office/powerpoint/2010/main" val="658009798"/>
              </p:ext>
            </p:extLst>
          </p:nvPr>
        </p:nvGraphicFramePr>
        <p:xfrm>
          <a:off x="351220" y="854968"/>
          <a:ext cx="6434042" cy="1326042"/>
        </p:xfrm>
        <a:graphic>
          <a:graphicData uri="http://schemas.openxmlformats.org/drawingml/2006/table">
            <a:tbl>
              <a:tblPr firstRow="1" bandRow="1">
                <a:tableStyleId>{5C22544A-7EE6-4342-B048-85BDC9FD1C3A}</a:tableStyleId>
              </a:tblPr>
              <a:tblGrid>
                <a:gridCol w="1309065">
                  <a:extLst>
                    <a:ext uri="{9D8B030D-6E8A-4147-A177-3AD203B41FA5}">
                      <a16:colId xmlns:a16="http://schemas.microsoft.com/office/drawing/2014/main" val="211706988"/>
                    </a:ext>
                  </a:extLst>
                </a:gridCol>
                <a:gridCol w="1325466">
                  <a:extLst>
                    <a:ext uri="{9D8B030D-6E8A-4147-A177-3AD203B41FA5}">
                      <a16:colId xmlns:a16="http://schemas.microsoft.com/office/drawing/2014/main" val="1489566131"/>
                    </a:ext>
                  </a:extLst>
                </a:gridCol>
                <a:gridCol w="1560193">
                  <a:extLst>
                    <a:ext uri="{9D8B030D-6E8A-4147-A177-3AD203B41FA5}">
                      <a16:colId xmlns:a16="http://schemas.microsoft.com/office/drawing/2014/main" val="3146765133"/>
                    </a:ext>
                  </a:extLst>
                </a:gridCol>
                <a:gridCol w="1074338">
                  <a:extLst>
                    <a:ext uri="{9D8B030D-6E8A-4147-A177-3AD203B41FA5}">
                      <a16:colId xmlns:a16="http://schemas.microsoft.com/office/drawing/2014/main" val="2042848124"/>
                    </a:ext>
                  </a:extLst>
                </a:gridCol>
                <a:gridCol w="1164980">
                  <a:extLst>
                    <a:ext uri="{9D8B030D-6E8A-4147-A177-3AD203B41FA5}">
                      <a16:colId xmlns:a16="http://schemas.microsoft.com/office/drawing/2014/main" val="1088915424"/>
                    </a:ext>
                  </a:extLst>
                </a:gridCol>
              </a:tblGrid>
              <a:tr h="223847">
                <a:tc rowSpan="2">
                  <a:txBody>
                    <a:bodyPr/>
                    <a:lstStyle/>
                    <a:p>
                      <a:pPr marL="0" marR="0" algn="ctr">
                        <a:lnSpc>
                          <a:spcPts val="1600"/>
                        </a:lnSpc>
                        <a:spcAft>
                          <a:spcPts val="600"/>
                        </a:spcAft>
                        <a:buNone/>
                      </a:pPr>
                      <a:r>
                        <a:rPr lang="en-GB" sz="1100">
                          <a:effectLst/>
                        </a:rPr>
                        <a:t>Model</a:t>
                      </a:r>
                      <a:endParaRPr lang="en-GB" sz="11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solidFill>
                      <a:srgbClr val="330065"/>
                    </a:solidFill>
                  </a:tcPr>
                </a:tc>
                <a:tc rowSpan="2">
                  <a:txBody>
                    <a:bodyPr/>
                    <a:lstStyle/>
                    <a:p>
                      <a:pPr marL="0" marR="0" algn="ctr">
                        <a:lnSpc>
                          <a:spcPts val="1600"/>
                        </a:lnSpc>
                        <a:spcAft>
                          <a:spcPts val="600"/>
                        </a:spcAft>
                        <a:buNone/>
                      </a:pPr>
                      <a:r>
                        <a:rPr lang="en-GB" sz="1100">
                          <a:effectLst/>
                        </a:rPr>
                        <a:t>Compilation Flag</a:t>
                      </a:r>
                      <a:endParaRPr lang="en-GB" sz="11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solidFill>
                      <a:srgbClr val="330065"/>
                    </a:solidFill>
                  </a:tcPr>
                </a:tc>
                <a:tc rowSpan="2">
                  <a:txBody>
                    <a:bodyPr/>
                    <a:lstStyle/>
                    <a:p>
                      <a:pPr marL="0" marR="0" algn="ctr">
                        <a:lnSpc>
                          <a:spcPts val="1600"/>
                        </a:lnSpc>
                        <a:spcAft>
                          <a:spcPts val="600"/>
                        </a:spcAft>
                        <a:buNone/>
                      </a:pPr>
                      <a:r>
                        <a:rPr lang="en-GB" sz="1100">
                          <a:effectLst/>
                        </a:rPr>
                        <a:t>Av. </a:t>
                      </a:r>
                      <a:r>
                        <a:rPr lang="en-GB" sz="1100"/>
                        <a:t>Inference</a:t>
                      </a:r>
                      <a:r>
                        <a:rPr lang="en-GB" sz="1100">
                          <a:effectLst/>
                        </a:rPr>
                        <a:t> Time (</a:t>
                      </a:r>
                      <a:r>
                        <a:rPr lang="el-GR" sz="1100">
                          <a:effectLst/>
                        </a:rPr>
                        <a:t>μ</a:t>
                      </a:r>
                      <a:r>
                        <a:rPr lang="en-GB" sz="1100">
                          <a:effectLst/>
                        </a:rPr>
                        <a:t>s)</a:t>
                      </a:r>
                      <a:endParaRPr lang="en-GB" sz="11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solidFill>
                      <a:srgbClr val="330065"/>
                    </a:solidFill>
                  </a:tcPr>
                </a:tc>
                <a:tc gridSpan="2">
                  <a:txBody>
                    <a:bodyPr/>
                    <a:lstStyle/>
                    <a:p>
                      <a:pPr marL="0" marR="0" algn="ctr">
                        <a:lnSpc>
                          <a:spcPts val="1600"/>
                        </a:lnSpc>
                        <a:spcAft>
                          <a:spcPts val="600"/>
                        </a:spcAft>
                        <a:buNone/>
                      </a:pPr>
                      <a:r>
                        <a:rPr lang="en-GB" sz="1100">
                          <a:effectLst/>
                        </a:rPr>
                        <a:t>Memory Utilisation (KB)</a:t>
                      </a:r>
                      <a:endParaRPr lang="en-GB" sz="11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solidFill>
                      <a:srgbClr val="330065"/>
                    </a:solidFill>
                  </a:tcPr>
                </a:tc>
                <a:tc hMerge="1">
                  <a:txBody>
                    <a:bodyPr/>
                    <a:lstStyle/>
                    <a:p>
                      <a:endParaRPr lang="en-GB"/>
                    </a:p>
                  </a:txBody>
                  <a:tcPr/>
                </a:tc>
                <a:extLst>
                  <a:ext uri="{0D108BD9-81ED-4DB2-BD59-A6C34878D82A}">
                    <a16:rowId xmlns:a16="http://schemas.microsoft.com/office/drawing/2014/main" val="4096626236"/>
                  </a:ext>
                </a:extLst>
              </a:tr>
              <a:tr h="259007">
                <a:tc vMerge="1">
                  <a:txBody>
                    <a:bodyPr/>
                    <a:lstStyle/>
                    <a:p>
                      <a:pPr marL="0" marR="0" algn="ctr">
                        <a:lnSpc>
                          <a:spcPts val="1600"/>
                        </a:lnSpc>
                        <a:spcAft>
                          <a:spcPts val="600"/>
                        </a:spcAft>
                        <a:buNone/>
                      </a:pPr>
                      <a:endParaRPr lang="en-GB" sz="11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solidFill>
                      <a:srgbClr val="330065"/>
                    </a:solidFill>
                  </a:tcPr>
                </a:tc>
                <a:tc vMerge="1">
                  <a:txBody>
                    <a:bodyPr/>
                    <a:lstStyle/>
                    <a:p>
                      <a:pPr marL="0" marR="0" algn="ctr">
                        <a:lnSpc>
                          <a:spcPts val="1600"/>
                        </a:lnSpc>
                        <a:spcAft>
                          <a:spcPts val="600"/>
                        </a:spcAft>
                        <a:buNone/>
                      </a:pPr>
                      <a:endParaRPr lang="en-GB" sz="11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solidFill>
                      <a:srgbClr val="330065"/>
                    </a:solidFill>
                  </a:tcPr>
                </a:tc>
                <a:tc vMerge="1">
                  <a:txBody>
                    <a:bodyPr/>
                    <a:lstStyle/>
                    <a:p>
                      <a:pPr marL="0" marR="0" algn="ctr">
                        <a:lnSpc>
                          <a:spcPts val="1600"/>
                        </a:lnSpc>
                        <a:spcAft>
                          <a:spcPts val="600"/>
                        </a:spcAft>
                        <a:buNone/>
                      </a:pPr>
                      <a:endParaRPr lang="en-GB" sz="11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solidFill>
                      <a:srgbClr val="330065"/>
                    </a:solidFill>
                  </a:tcPr>
                </a:tc>
                <a:tc>
                  <a:txBody>
                    <a:bodyPr/>
                    <a:lstStyle/>
                    <a:p>
                      <a:pPr marL="0" marR="0" algn="ctr">
                        <a:lnSpc>
                          <a:spcPts val="1600"/>
                        </a:lnSpc>
                        <a:spcAft>
                          <a:spcPts val="600"/>
                        </a:spcAft>
                        <a:buNone/>
                      </a:pPr>
                      <a:r>
                        <a:rPr kumimoji="0" lang="en-GB" sz="1100" b="1" i="0" u="none" strike="noStrike" kern="1200" cap="none" spc="0" normalizeH="0" baseline="0" noProof="0">
                          <a:ln>
                            <a:noFill/>
                          </a:ln>
                          <a:solidFill>
                            <a:schemeClr val="bg1"/>
                          </a:solidFill>
                          <a:effectLst/>
                          <a:uLnTx/>
                          <a:uFillTx/>
                          <a:latin typeface="Arial"/>
                          <a:ea typeface="+mn-ea"/>
                          <a:cs typeface="+mn-cs"/>
                        </a:rPr>
                        <a:t>RAM</a:t>
                      </a:r>
                      <a:endParaRPr lang="en-GB" sz="11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solidFill>
                      <a:srgbClr val="330065"/>
                    </a:solidFill>
                  </a:tcPr>
                </a:tc>
                <a:tc>
                  <a:txBody>
                    <a:bodyPr/>
                    <a:lstStyle/>
                    <a:p>
                      <a:pPr marL="0" marR="0" algn="ctr">
                        <a:lnSpc>
                          <a:spcPts val="1600"/>
                        </a:lnSpc>
                        <a:spcAft>
                          <a:spcPts val="600"/>
                        </a:spcAft>
                        <a:buNone/>
                      </a:pPr>
                      <a:r>
                        <a:rPr kumimoji="0" lang="en-GB" sz="1100" b="1" i="0" u="none" strike="noStrike" kern="1200" cap="none" spc="0" normalizeH="0" baseline="0" noProof="0">
                          <a:ln>
                            <a:noFill/>
                          </a:ln>
                          <a:solidFill>
                            <a:schemeClr val="bg1"/>
                          </a:solidFill>
                          <a:effectLst/>
                          <a:uLnTx/>
                          <a:uFillTx/>
                          <a:latin typeface="Arial"/>
                          <a:ea typeface="+mn-ea"/>
                          <a:cs typeface="+mn-cs"/>
                        </a:rPr>
                        <a:t>Flash</a:t>
                      </a:r>
                      <a:endParaRPr lang="en-GB" sz="11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solidFill>
                      <a:srgbClr val="330065"/>
                    </a:solidFill>
                  </a:tcPr>
                </a:tc>
                <a:extLst>
                  <a:ext uri="{0D108BD9-81ED-4DB2-BD59-A6C34878D82A}">
                    <a16:rowId xmlns:a16="http://schemas.microsoft.com/office/drawing/2014/main" val="181290798"/>
                  </a:ext>
                </a:extLst>
              </a:tr>
              <a:tr h="325232">
                <a:tc rowSpan="2">
                  <a:txBody>
                    <a:bodyPr/>
                    <a:lstStyle/>
                    <a:p>
                      <a:pPr marL="0" marR="0" algn="ctr">
                        <a:lnSpc>
                          <a:spcPts val="1600"/>
                        </a:lnSpc>
                        <a:spcAft>
                          <a:spcPts val="600"/>
                        </a:spcAft>
                        <a:buNone/>
                      </a:pPr>
                      <a:r>
                        <a:rPr lang="en-GB" sz="1100">
                          <a:effectLst/>
                        </a:rPr>
                        <a:t>ANN</a:t>
                      </a:r>
                      <a:endParaRPr lang="en-GB" sz="11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marL="0" marR="0" algn="ctr">
                        <a:lnSpc>
                          <a:spcPts val="1600"/>
                        </a:lnSpc>
                        <a:spcAft>
                          <a:spcPts val="600"/>
                        </a:spcAft>
                        <a:buNone/>
                      </a:pPr>
                      <a:r>
                        <a:rPr lang="en-GB" sz="1100">
                          <a:effectLst/>
                        </a:rPr>
                        <a:t>O0</a:t>
                      </a:r>
                      <a:endParaRPr lang="en-GB" sz="11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marL="0" marR="0" algn="ctr">
                        <a:lnSpc>
                          <a:spcPts val="1600"/>
                        </a:lnSpc>
                        <a:spcAft>
                          <a:spcPts val="600"/>
                        </a:spcAft>
                        <a:buNone/>
                      </a:pPr>
                      <a:r>
                        <a:rPr lang="en-GB" sz="1100">
                          <a:effectLst/>
                        </a:rPr>
                        <a:t>19196</a:t>
                      </a:r>
                      <a:endParaRPr lang="en-GB" sz="11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marL="0" marR="0" algn="ctr">
                        <a:lnSpc>
                          <a:spcPts val="1600"/>
                        </a:lnSpc>
                        <a:spcAft>
                          <a:spcPts val="600"/>
                        </a:spcAft>
                        <a:buNone/>
                      </a:pPr>
                      <a:r>
                        <a:rPr lang="en-GB" sz="1100">
                          <a:effectLst/>
                        </a:rPr>
                        <a:t>3.80</a:t>
                      </a:r>
                      <a:endParaRPr lang="en-GB" sz="11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marL="0" marR="0" algn="ctr">
                        <a:lnSpc>
                          <a:spcPts val="1600"/>
                        </a:lnSpc>
                        <a:spcAft>
                          <a:spcPts val="600"/>
                        </a:spcAft>
                        <a:buNone/>
                      </a:pPr>
                      <a:r>
                        <a:rPr lang="en-GB" sz="1100">
                          <a:effectLst/>
                        </a:rPr>
                        <a:t>40.06</a:t>
                      </a:r>
                      <a:endParaRPr lang="en-GB"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solidFill>
                      <a:schemeClr val="accent1">
                        <a:lumMod val="20000"/>
                        <a:lumOff val="80000"/>
                      </a:schemeClr>
                    </a:solidFill>
                  </a:tcPr>
                </a:tc>
                <a:extLst>
                  <a:ext uri="{0D108BD9-81ED-4DB2-BD59-A6C34878D82A}">
                    <a16:rowId xmlns:a16="http://schemas.microsoft.com/office/drawing/2014/main" val="1423012604"/>
                  </a:ext>
                </a:extLst>
              </a:tr>
              <a:tr h="441502">
                <a:tc vMerge="1">
                  <a:txBody>
                    <a:bodyPr/>
                    <a:lstStyle/>
                    <a:p>
                      <a:endParaRPr lang="en-GB"/>
                    </a:p>
                  </a:txBody>
                  <a:tcPr/>
                </a:tc>
                <a:tc>
                  <a:txBody>
                    <a:bodyPr/>
                    <a:lstStyle/>
                    <a:p>
                      <a:pPr marL="0" marR="0" algn="ctr">
                        <a:lnSpc>
                          <a:spcPts val="1600"/>
                        </a:lnSpc>
                        <a:spcAft>
                          <a:spcPts val="600"/>
                        </a:spcAft>
                        <a:buNone/>
                      </a:pPr>
                      <a:r>
                        <a:rPr lang="en-GB" sz="1100">
                          <a:effectLst/>
                        </a:rPr>
                        <a:t>O3</a:t>
                      </a:r>
                      <a:endParaRPr lang="en-GB" sz="11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marL="0" marR="0" algn="ctr">
                        <a:lnSpc>
                          <a:spcPts val="1600"/>
                        </a:lnSpc>
                        <a:spcAft>
                          <a:spcPts val="600"/>
                        </a:spcAft>
                        <a:buNone/>
                      </a:pPr>
                      <a:r>
                        <a:rPr lang="en-GB" sz="1100">
                          <a:effectLst/>
                        </a:rPr>
                        <a:t>10362</a:t>
                      </a:r>
                      <a:endParaRPr lang="en-GB" sz="11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marL="0" marR="0" algn="ctr">
                        <a:lnSpc>
                          <a:spcPts val="1600"/>
                        </a:lnSpc>
                        <a:spcAft>
                          <a:spcPts val="600"/>
                        </a:spcAft>
                        <a:buNone/>
                      </a:pPr>
                      <a:r>
                        <a:rPr lang="en-GB" sz="1100">
                          <a:effectLst/>
                        </a:rPr>
                        <a:t>3.80</a:t>
                      </a:r>
                      <a:endParaRPr lang="en-GB" sz="1100">
                        <a:effectLst/>
                        <a:latin typeface="Calibri" panose="020F0502020204030204" pitchFamily="34" charset="0"/>
                        <a:ea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marL="0" marR="0" algn="ctr">
                        <a:lnSpc>
                          <a:spcPts val="1600"/>
                        </a:lnSpc>
                        <a:spcAft>
                          <a:spcPts val="600"/>
                        </a:spcAft>
                        <a:buNone/>
                      </a:pPr>
                      <a:r>
                        <a:rPr lang="en-GB" sz="1100">
                          <a:effectLst/>
                        </a:rPr>
                        <a:t>35.54</a:t>
                      </a:r>
                      <a:endParaRPr lang="en-GB"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solidFill>
                      <a:schemeClr val="accent1">
                        <a:lumMod val="20000"/>
                        <a:lumOff val="80000"/>
                      </a:schemeClr>
                    </a:solidFill>
                  </a:tcPr>
                </a:tc>
                <a:extLst>
                  <a:ext uri="{0D108BD9-81ED-4DB2-BD59-A6C34878D82A}">
                    <a16:rowId xmlns:a16="http://schemas.microsoft.com/office/drawing/2014/main" val="4223436991"/>
                  </a:ext>
                </a:extLst>
              </a:tr>
            </a:tbl>
          </a:graphicData>
        </a:graphic>
      </p:graphicFrame>
      <p:pic>
        <p:nvPicPr>
          <p:cNvPr id="9" name="Picture 8">
            <a:extLst>
              <a:ext uri="{FF2B5EF4-FFF2-40B4-BE49-F238E27FC236}">
                <a16:creationId xmlns:a16="http://schemas.microsoft.com/office/drawing/2014/main" id="{D786E940-08BC-E596-55A8-0F0C7C70955B}"/>
              </a:ext>
            </a:extLst>
          </p:cNvPr>
          <p:cNvPicPr>
            <a:picLocks noChangeAspect="1"/>
          </p:cNvPicPr>
          <p:nvPr/>
        </p:nvPicPr>
        <p:blipFill>
          <a:blip r:embed="rId3"/>
          <a:stretch>
            <a:fillRect/>
          </a:stretch>
        </p:blipFill>
        <p:spPr>
          <a:xfrm>
            <a:off x="625094" y="2498272"/>
            <a:ext cx="5886293" cy="2943147"/>
          </a:xfrm>
          <a:prstGeom prst="rect">
            <a:avLst/>
          </a:prstGeom>
        </p:spPr>
      </p:pic>
      <p:cxnSp>
        <p:nvCxnSpPr>
          <p:cNvPr id="5" name="Straight Connector 4">
            <a:extLst>
              <a:ext uri="{FF2B5EF4-FFF2-40B4-BE49-F238E27FC236}">
                <a16:creationId xmlns:a16="http://schemas.microsoft.com/office/drawing/2014/main" id="{C5643F8B-DC65-79F2-6728-C35B17FE2EC2}"/>
              </a:ext>
            </a:extLst>
          </p:cNvPr>
          <p:cNvCxnSpPr>
            <a:cxnSpLocks/>
          </p:cNvCxnSpPr>
          <p:nvPr/>
        </p:nvCxnSpPr>
        <p:spPr>
          <a:xfrm>
            <a:off x="7115175" y="664029"/>
            <a:ext cx="0" cy="4963885"/>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68812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80DA2-CBE5-5A27-72B3-F7BF29AC383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1057A14-7578-FB74-565C-7C25964426BF}"/>
              </a:ext>
            </a:extLst>
          </p:cNvPr>
          <p:cNvPicPr>
            <a:picLocks noChangeAspect="1"/>
          </p:cNvPicPr>
          <p:nvPr/>
        </p:nvPicPr>
        <p:blipFill>
          <a:blip r:embed="rId2"/>
          <a:stretch>
            <a:fillRect/>
          </a:stretch>
        </p:blipFill>
        <p:spPr>
          <a:xfrm>
            <a:off x="463594" y="3934275"/>
            <a:ext cx="5863727" cy="1175567"/>
          </a:xfrm>
          <a:prstGeom prst="rect">
            <a:avLst/>
          </a:prstGeom>
        </p:spPr>
      </p:pic>
      <p:sp>
        <p:nvSpPr>
          <p:cNvPr id="4" name="Title 1">
            <a:extLst>
              <a:ext uri="{FF2B5EF4-FFF2-40B4-BE49-F238E27FC236}">
                <a16:creationId xmlns:a16="http://schemas.microsoft.com/office/drawing/2014/main" id="{16BF1CE5-0157-C442-C179-990EAE6D657D}"/>
              </a:ext>
            </a:extLst>
          </p:cNvPr>
          <p:cNvSpPr>
            <a:spLocks noGrp="1"/>
          </p:cNvSpPr>
          <p:nvPr>
            <p:ph type="title"/>
          </p:nvPr>
        </p:nvSpPr>
        <p:spPr>
          <a:xfrm>
            <a:off x="0" y="0"/>
            <a:ext cx="12192000" cy="854968"/>
          </a:xfrm>
        </p:spPr>
        <p:txBody>
          <a:bodyPr>
            <a:noAutofit/>
          </a:bodyPr>
          <a:lstStyle/>
          <a:p>
            <a:r>
              <a:rPr lang="en-GB" sz="2800"/>
              <a:t>Part 2 - Deployment and Performance of ML Algorithms </a:t>
            </a:r>
          </a:p>
        </p:txBody>
      </p:sp>
      <p:graphicFrame>
        <p:nvGraphicFramePr>
          <p:cNvPr id="5" name="Table 4">
            <a:extLst>
              <a:ext uri="{FF2B5EF4-FFF2-40B4-BE49-F238E27FC236}">
                <a16:creationId xmlns:a16="http://schemas.microsoft.com/office/drawing/2014/main" id="{8F5F90D7-6DF0-570E-2B11-A6812CC82D9B}"/>
              </a:ext>
            </a:extLst>
          </p:cNvPr>
          <p:cNvGraphicFramePr>
            <a:graphicFrameLocks noGrp="1"/>
          </p:cNvGraphicFramePr>
          <p:nvPr>
            <p:extLst>
              <p:ext uri="{D42A27DB-BD31-4B8C-83A1-F6EECF244321}">
                <p14:modId xmlns:p14="http://schemas.microsoft.com/office/powerpoint/2010/main" val="3031286704"/>
              </p:ext>
            </p:extLst>
          </p:nvPr>
        </p:nvGraphicFramePr>
        <p:xfrm>
          <a:off x="892140" y="1161779"/>
          <a:ext cx="10407720" cy="2127204"/>
        </p:xfrm>
        <a:graphic>
          <a:graphicData uri="http://schemas.openxmlformats.org/drawingml/2006/table">
            <a:tbl>
              <a:tblPr firstRow="1" bandRow="1">
                <a:tableStyleId>{5C22544A-7EE6-4342-B048-85BDC9FD1C3A}</a:tableStyleId>
              </a:tblPr>
              <a:tblGrid>
                <a:gridCol w="1973408">
                  <a:extLst>
                    <a:ext uri="{9D8B030D-6E8A-4147-A177-3AD203B41FA5}">
                      <a16:colId xmlns:a16="http://schemas.microsoft.com/office/drawing/2014/main" val="2580766146"/>
                    </a:ext>
                  </a:extLst>
                </a:gridCol>
                <a:gridCol w="1319197">
                  <a:extLst>
                    <a:ext uri="{9D8B030D-6E8A-4147-A177-3AD203B41FA5}">
                      <a16:colId xmlns:a16="http://schemas.microsoft.com/office/drawing/2014/main" val="1497623921"/>
                    </a:ext>
                  </a:extLst>
                </a:gridCol>
                <a:gridCol w="1397112">
                  <a:extLst>
                    <a:ext uri="{9D8B030D-6E8A-4147-A177-3AD203B41FA5}">
                      <a16:colId xmlns:a16="http://schemas.microsoft.com/office/drawing/2014/main" val="400582946"/>
                    </a:ext>
                  </a:extLst>
                </a:gridCol>
                <a:gridCol w="1801725">
                  <a:extLst>
                    <a:ext uri="{9D8B030D-6E8A-4147-A177-3AD203B41FA5}">
                      <a16:colId xmlns:a16="http://schemas.microsoft.com/office/drawing/2014/main" val="2343260775"/>
                    </a:ext>
                  </a:extLst>
                </a:gridCol>
                <a:gridCol w="1129029">
                  <a:extLst>
                    <a:ext uri="{9D8B030D-6E8A-4147-A177-3AD203B41FA5}">
                      <a16:colId xmlns:a16="http://schemas.microsoft.com/office/drawing/2014/main" val="2883585648"/>
                    </a:ext>
                  </a:extLst>
                </a:gridCol>
                <a:gridCol w="1129029">
                  <a:extLst>
                    <a:ext uri="{9D8B030D-6E8A-4147-A177-3AD203B41FA5}">
                      <a16:colId xmlns:a16="http://schemas.microsoft.com/office/drawing/2014/main" val="3819959727"/>
                    </a:ext>
                  </a:extLst>
                </a:gridCol>
                <a:gridCol w="1658220">
                  <a:extLst>
                    <a:ext uri="{9D8B030D-6E8A-4147-A177-3AD203B41FA5}">
                      <a16:colId xmlns:a16="http://schemas.microsoft.com/office/drawing/2014/main" val="1594224759"/>
                    </a:ext>
                  </a:extLst>
                </a:gridCol>
              </a:tblGrid>
              <a:tr h="207199">
                <a:tc rowSpan="2">
                  <a:txBody>
                    <a:bodyPr/>
                    <a:lstStyle/>
                    <a:p>
                      <a:pPr algn="ctr"/>
                      <a:r>
                        <a:rPr lang="en-GB" sz="1100"/>
                        <a:t>Model</a:t>
                      </a:r>
                    </a:p>
                  </a:txBody>
                  <a:tcPr anchor="ctr">
                    <a:solidFill>
                      <a:srgbClr val="330065"/>
                    </a:solidFill>
                  </a:tcPr>
                </a:tc>
                <a:tc rowSpan="2">
                  <a:txBody>
                    <a:bodyPr/>
                    <a:lstStyle/>
                    <a:p>
                      <a:pPr algn="ctr"/>
                      <a:r>
                        <a:rPr lang="en-GB" sz="1100"/>
                        <a:t>Processor</a:t>
                      </a:r>
                    </a:p>
                  </a:txBody>
                  <a:tcPr anchor="ctr">
                    <a:solidFill>
                      <a:srgbClr val="330065"/>
                    </a:solidFill>
                  </a:tcPr>
                </a:tc>
                <a:tc rowSpan="2">
                  <a:txBody>
                    <a:bodyPr/>
                    <a:lstStyle/>
                    <a:p>
                      <a:pPr algn="ctr"/>
                      <a:r>
                        <a:rPr lang="en-GB" sz="1100"/>
                        <a:t>Optimisation</a:t>
                      </a:r>
                    </a:p>
                  </a:txBody>
                  <a:tcPr anchor="ctr">
                    <a:solidFill>
                      <a:srgbClr val="330065"/>
                    </a:solidFill>
                  </a:tcPr>
                </a:tc>
                <a:tc rowSpan="2">
                  <a:txBody>
                    <a:bodyPr/>
                    <a:lstStyle/>
                    <a:p>
                      <a:pPr algn="ctr"/>
                      <a:r>
                        <a:rPr lang="en-GB" sz="1100"/>
                        <a:t>Inference Time (</a:t>
                      </a:r>
                      <a:r>
                        <a:rPr lang="el-GR" sz="1100" b="1" i="0" kern="1200">
                          <a:solidFill>
                            <a:schemeClr val="lt1"/>
                          </a:solidFill>
                          <a:effectLst/>
                          <a:latin typeface="+mn-lt"/>
                          <a:ea typeface="+mn-ea"/>
                          <a:cs typeface="+mn-cs"/>
                        </a:rPr>
                        <a:t>μ</a:t>
                      </a:r>
                      <a:r>
                        <a:rPr lang="en-GB" sz="1100" b="1" i="0" kern="1200">
                          <a:solidFill>
                            <a:schemeClr val="lt1"/>
                          </a:solidFill>
                          <a:effectLst/>
                          <a:latin typeface="+mn-lt"/>
                          <a:ea typeface="+mn-ea"/>
                          <a:cs typeface="+mn-cs"/>
                        </a:rPr>
                        <a:t>s</a:t>
                      </a:r>
                      <a:r>
                        <a:rPr lang="en-GB" sz="1100" b="0" i="0" kern="1200">
                          <a:solidFill>
                            <a:schemeClr val="lt1"/>
                          </a:solidFill>
                          <a:effectLst/>
                          <a:latin typeface="+mn-lt"/>
                          <a:ea typeface="+mn-ea"/>
                          <a:cs typeface="+mn-cs"/>
                        </a:rPr>
                        <a:t>)</a:t>
                      </a:r>
                      <a:endParaRPr lang="en-GB" sz="1100"/>
                    </a:p>
                  </a:txBody>
                  <a:tcPr anchor="ctr">
                    <a:solidFill>
                      <a:srgbClr val="330065"/>
                    </a:solidFill>
                  </a:tcPr>
                </a:tc>
                <a:tc gridSpan="2">
                  <a:txBody>
                    <a:bodyPr/>
                    <a:lstStyle/>
                    <a:p>
                      <a:pPr algn="ctr"/>
                      <a:r>
                        <a:rPr lang="en-GB" sz="1100"/>
                        <a:t>Memory Utilisation (KB)</a:t>
                      </a:r>
                    </a:p>
                  </a:txBody>
                  <a:tcPr anchor="ctr">
                    <a:solidFill>
                      <a:srgbClr val="330065"/>
                    </a:solidFill>
                  </a:tcPr>
                </a:tc>
                <a:tc hMerge="1">
                  <a:txBody>
                    <a:bodyPr/>
                    <a:lstStyle/>
                    <a:p>
                      <a:endParaRPr lang="en-GB"/>
                    </a:p>
                  </a:txBody>
                  <a:tcPr/>
                </a:tc>
                <a:tc rowSpan="2">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100"/>
                        <a:t>Accuracy (%)</a:t>
                      </a:r>
                    </a:p>
                  </a:txBody>
                  <a:tcPr anchor="ctr">
                    <a:solidFill>
                      <a:srgbClr val="330065"/>
                    </a:solidFill>
                  </a:tcPr>
                </a:tc>
                <a:extLst>
                  <a:ext uri="{0D108BD9-81ED-4DB2-BD59-A6C34878D82A}">
                    <a16:rowId xmlns:a16="http://schemas.microsoft.com/office/drawing/2014/main" val="520740286"/>
                  </a:ext>
                </a:extLst>
              </a:tr>
              <a:tr h="222908">
                <a:tc vMerge="1">
                  <a:txBody>
                    <a:bodyPr/>
                    <a:lstStyle/>
                    <a:p>
                      <a:pPr algn="ctr"/>
                      <a:endParaRPr lang="en-GB" sz="1400" b="0" i="0" u="none" strike="noStrike" kern="1200" baseline="0">
                        <a:solidFill>
                          <a:schemeClr val="dk1"/>
                        </a:solidFill>
                        <a:latin typeface="+mn-lt"/>
                        <a:ea typeface="+mn-ea"/>
                        <a:cs typeface="+mn-cs"/>
                      </a:endParaRPr>
                    </a:p>
                  </a:txBody>
                  <a:tcPr anchor="ctr">
                    <a:solidFill>
                      <a:schemeClr val="accent1">
                        <a:lumMod val="20000"/>
                        <a:lumOff val="80000"/>
                      </a:schemeClr>
                    </a:solidFill>
                  </a:tcPr>
                </a:tc>
                <a:tc vMerge="1">
                  <a:txBody>
                    <a:bodyPr/>
                    <a:lstStyle/>
                    <a:p>
                      <a:pPr algn="ctr"/>
                      <a:endParaRPr lang="en-GB" sz="1400" b="0"/>
                    </a:p>
                  </a:txBody>
                  <a:tcPr anchor="ctr">
                    <a:solidFill>
                      <a:schemeClr val="accent1">
                        <a:lumMod val="20000"/>
                        <a:lumOff val="80000"/>
                      </a:schemeClr>
                    </a:solidFill>
                  </a:tcPr>
                </a:tc>
                <a:tc vMerge="1">
                  <a:txBody>
                    <a:bodyPr/>
                    <a:lstStyle/>
                    <a:p>
                      <a:pPr algn="ctr"/>
                      <a:endParaRPr lang="en-GB" sz="1400" b="0"/>
                    </a:p>
                  </a:txBody>
                  <a:tcPr anchor="ctr">
                    <a:solidFill>
                      <a:schemeClr val="accent1">
                        <a:lumMod val="20000"/>
                        <a:lumOff val="80000"/>
                      </a:schemeClr>
                    </a:solidFill>
                  </a:tcPr>
                </a:tc>
                <a:tc vMerge="1">
                  <a:txBody>
                    <a:bodyPr/>
                    <a:lstStyle/>
                    <a:p>
                      <a:pPr algn="ctr"/>
                      <a:endParaRPr lang="en-GB" sz="1400" b="0"/>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400" b="1">
                          <a:solidFill>
                            <a:schemeClr val="bg1"/>
                          </a:solidFill>
                        </a:rPr>
                        <a:t>RAM</a:t>
                      </a:r>
                    </a:p>
                  </a:txBody>
                  <a:tcPr anchor="ctr">
                    <a:solidFill>
                      <a:srgbClr val="330065"/>
                    </a:solidFill>
                  </a:tcPr>
                </a:tc>
                <a:tc>
                  <a:txBody>
                    <a:bodyPr/>
                    <a:lstStyle/>
                    <a:p>
                      <a:pPr algn="ctr"/>
                      <a:r>
                        <a:rPr lang="en-GB" sz="1400" b="1">
                          <a:solidFill>
                            <a:schemeClr val="bg1"/>
                          </a:solidFill>
                        </a:rPr>
                        <a:t>Flash</a:t>
                      </a:r>
                    </a:p>
                  </a:txBody>
                  <a:tcPr anchor="ctr">
                    <a:solidFill>
                      <a:srgbClr val="330065"/>
                    </a:solidFill>
                  </a:tcPr>
                </a:tc>
                <a:tc vMerge="1">
                  <a:txBody>
                    <a:bodyPr/>
                    <a:lstStyle/>
                    <a:p>
                      <a:pPr algn="ctr"/>
                      <a:endParaRPr lang="en-GB" sz="1400" b="0"/>
                    </a:p>
                  </a:txBody>
                  <a:tcPr anchor="ctr">
                    <a:solidFill>
                      <a:schemeClr val="accent1">
                        <a:lumMod val="20000"/>
                        <a:lumOff val="80000"/>
                      </a:schemeClr>
                    </a:solidFill>
                  </a:tcPr>
                </a:tc>
                <a:extLst>
                  <a:ext uri="{0D108BD9-81ED-4DB2-BD59-A6C34878D82A}">
                    <a16:rowId xmlns:a16="http://schemas.microsoft.com/office/drawing/2014/main" val="1565338102"/>
                  </a:ext>
                </a:extLst>
              </a:tr>
              <a:tr h="390831">
                <a:tc rowSpan="4">
                  <a:txBody>
                    <a:bodyPr/>
                    <a:lstStyle/>
                    <a:p>
                      <a:pPr algn="ctr"/>
                      <a:r>
                        <a:rPr lang="en-GB" sz="1400" b="0" i="0" u="none" strike="noStrike" kern="1200" baseline="0">
                          <a:solidFill>
                            <a:schemeClr val="dk1"/>
                          </a:solidFill>
                          <a:latin typeface="+mn-lt"/>
                          <a:ea typeface="+mn-ea"/>
                          <a:cs typeface="+mn-cs"/>
                        </a:rPr>
                        <a:t>ST Edge AI</a:t>
                      </a:r>
                    </a:p>
                    <a:p>
                      <a:pPr algn="ctr"/>
                      <a:r>
                        <a:rPr lang="en-GB" sz="1400" b="0" i="0" u="none" strike="noStrike" kern="1200" baseline="0">
                          <a:solidFill>
                            <a:schemeClr val="dk1"/>
                          </a:solidFill>
                          <a:latin typeface="+mn-lt"/>
                          <a:ea typeface="+mn-ea"/>
                          <a:cs typeface="+mn-cs"/>
                        </a:rPr>
                        <a:t>Model Zoo</a:t>
                      </a:r>
                    </a:p>
                  </a:txBody>
                  <a:tcPr anchor="ctr">
                    <a:solidFill>
                      <a:schemeClr val="accent1">
                        <a:lumMod val="20000"/>
                        <a:lumOff val="80000"/>
                      </a:schemeClr>
                    </a:solidFill>
                  </a:tcPr>
                </a:tc>
                <a:tc rowSpan="2">
                  <a:txBody>
                    <a:bodyPr/>
                    <a:lstStyle/>
                    <a:p>
                      <a:pPr algn="ctr"/>
                      <a:r>
                        <a:rPr lang="en-GB" sz="1400" b="0"/>
                        <a:t>M33</a:t>
                      </a:r>
                    </a:p>
                    <a:p>
                      <a:pPr algn="ctr"/>
                      <a:r>
                        <a:rPr lang="en-GB" sz="900" b="0"/>
                        <a:t>(STM32H573i-DK @ 250 MHz)</a:t>
                      </a:r>
                      <a:endParaRPr lang="en-GB" sz="1400" b="0"/>
                    </a:p>
                  </a:txBody>
                  <a:tcPr anchor="ctr">
                    <a:solidFill>
                      <a:schemeClr val="accent1">
                        <a:lumMod val="20000"/>
                        <a:lumOff val="80000"/>
                      </a:schemeClr>
                    </a:solidFill>
                  </a:tcPr>
                </a:tc>
                <a:tc>
                  <a:txBody>
                    <a:bodyPr/>
                    <a:lstStyle/>
                    <a:p>
                      <a:pPr algn="ctr"/>
                      <a:r>
                        <a:rPr lang="en-GB" sz="1400" b="0"/>
                        <a:t>N/A</a:t>
                      </a:r>
                    </a:p>
                  </a:txBody>
                  <a:tcPr anchor="ctr">
                    <a:solidFill>
                      <a:schemeClr val="accent1">
                        <a:lumMod val="20000"/>
                        <a:lumOff val="80000"/>
                      </a:schemeClr>
                    </a:solidFill>
                  </a:tcPr>
                </a:tc>
                <a:tc>
                  <a:txBody>
                    <a:bodyPr/>
                    <a:lstStyle/>
                    <a:p>
                      <a:pPr algn="ctr"/>
                      <a:r>
                        <a:rPr lang="en-GB" sz="1400" b="0"/>
                        <a:t>85310</a:t>
                      </a:r>
                    </a:p>
                  </a:txBody>
                  <a:tcPr anchor="ctr">
                    <a:solidFill>
                      <a:schemeClr val="accent1">
                        <a:lumMod val="20000"/>
                        <a:lumOff val="80000"/>
                      </a:schemeClr>
                    </a:solidFill>
                  </a:tcPr>
                </a:tc>
                <a:tc>
                  <a:txBody>
                    <a:bodyPr/>
                    <a:lstStyle/>
                    <a:p>
                      <a:pPr algn="ctr"/>
                      <a:r>
                        <a:rPr lang="en-GB" sz="1400" b="0"/>
                        <a:t>51.01</a:t>
                      </a:r>
                    </a:p>
                  </a:txBody>
                  <a:tcPr anchor="ctr">
                    <a:solidFill>
                      <a:schemeClr val="accent1">
                        <a:lumMod val="20000"/>
                        <a:lumOff val="80000"/>
                      </a:schemeClr>
                    </a:solidFill>
                  </a:tcPr>
                </a:tc>
                <a:tc>
                  <a:txBody>
                    <a:bodyPr/>
                    <a:lstStyle/>
                    <a:p>
                      <a:pPr algn="ctr"/>
                      <a:r>
                        <a:rPr lang="en-GB" sz="1400" b="0"/>
                        <a:t>134.48</a:t>
                      </a:r>
                    </a:p>
                  </a:txBody>
                  <a:tcPr anchor="ctr">
                    <a:solidFill>
                      <a:schemeClr val="accent1">
                        <a:lumMod val="20000"/>
                        <a:lumOff val="80000"/>
                      </a:schemeClr>
                    </a:solidFill>
                  </a:tcPr>
                </a:tc>
                <a:tc>
                  <a:txBody>
                    <a:bodyPr/>
                    <a:lstStyle/>
                    <a:p>
                      <a:pPr algn="ctr"/>
                      <a:r>
                        <a:rPr lang="en-GB" sz="1400" b="0"/>
                        <a:t>87.01</a:t>
                      </a:r>
                    </a:p>
                  </a:txBody>
                  <a:tcPr anchor="ctr">
                    <a:solidFill>
                      <a:schemeClr val="accent1">
                        <a:lumMod val="20000"/>
                        <a:lumOff val="80000"/>
                      </a:schemeClr>
                    </a:solidFill>
                  </a:tcPr>
                </a:tc>
                <a:extLst>
                  <a:ext uri="{0D108BD9-81ED-4DB2-BD59-A6C34878D82A}">
                    <a16:rowId xmlns:a16="http://schemas.microsoft.com/office/drawing/2014/main" val="1425922779"/>
                  </a:ext>
                </a:extLst>
              </a:tr>
              <a:tr h="390831">
                <a:tc vMerge="1">
                  <a:txBody>
                    <a:bodyPr/>
                    <a:lstStyle/>
                    <a:p>
                      <a:endParaRPr lang="en-GB"/>
                    </a:p>
                  </a:txBody>
                  <a:tcPr/>
                </a:tc>
                <a:tc vMerge="1">
                  <a:txBody>
                    <a:bodyPr/>
                    <a:lstStyle/>
                    <a:p>
                      <a:endParaRPr lang="en-GB"/>
                    </a:p>
                  </a:txBody>
                  <a:tcPr/>
                </a:tc>
                <a:tc>
                  <a:txBody>
                    <a:bodyPr/>
                    <a:lstStyle/>
                    <a:p>
                      <a:pPr algn="ctr"/>
                      <a:r>
                        <a:rPr lang="en-GB" sz="1400" b="0"/>
                        <a:t>Time</a:t>
                      </a:r>
                    </a:p>
                  </a:txBody>
                  <a:tcPr anchor="ctr">
                    <a:solidFill>
                      <a:schemeClr val="accent1">
                        <a:lumMod val="20000"/>
                        <a:lumOff val="80000"/>
                      </a:schemeClr>
                    </a:solidFill>
                  </a:tcPr>
                </a:tc>
                <a:tc>
                  <a:txBody>
                    <a:bodyPr/>
                    <a:lstStyle/>
                    <a:p>
                      <a:pPr algn="ctr"/>
                      <a:r>
                        <a:rPr lang="en-GB" sz="1400" b="0"/>
                        <a:t>79940</a:t>
                      </a:r>
                    </a:p>
                  </a:txBody>
                  <a:tcPr anchor="ctr">
                    <a:solidFill>
                      <a:schemeClr val="accent1">
                        <a:lumMod val="20000"/>
                        <a:lumOff val="80000"/>
                      </a:schemeClr>
                    </a:solidFill>
                  </a:tcPr>
                </a:tc>
                <a:tc>
                  <a:txBody>
                    <a:bodyPr/>
                    <a:lstStyle/>
                    <a:p>
                      <a:pPr algn="ctr"/>
                      <a:r>
                        <a:rPr lang="en-GB" sz="1400" b="0"/>
                        <a:t>64.18</a:t>
                      </a:r>
                    </a:p>
                  </a:txBody>
                  <a:tcPr anchor="ctr">
                    <a:solidFill>
                      <a:schemeClr val="accent1">
                        <a:lumMod val="20000"/>
                        <a:lumOff val="80000"/>
                      </a:schemeClr>
                    </a:solidFill>
                  </a:tcPr>
                </a:tc>
                <a:tc>
                  <a:txBody>
                    <a:bodyPr/>
                    <a:lstStyle/>
                    <a:p>
                      <a:pPr algn="ctr"/>
                      <a:r>
                        <a:rPr lang="en-GB" sz="1400" b="0"/>
                        <a:t>134.45</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400" b="0"/>
                        <a:t>87.01</a:t>
                      </a:r>
                    </a:p>
                  </a:txBody>
                  <a:tcPr anchor="ctr">
                    <a:solidFill>
                      <a:schemeClr val="accent1">
                        <a:lumMod val="20000"/>
                        <a:lumOff val="80000"/>
                      </a:schemeClr>
                    </a:solidFill>
                  </a:tcPr>
                </a:tc>
                <a:extLst>
                  <a:ext uri="{0D108BD9-81ED-4DB2-BD59-A6C34878D82A}">
                    <a16:rowId xmlns:a16="http://schemas.microsoft.com/office/drawing/2014/main" val="898020562"/>
                  </a:ext>
                </a:extLst>
              </a:tr>
              <a:tr h="390831">
                <a:tc vMerge="1">
                  <a:txBody>
                    <a:bodyPr/>
                    <a:lstStyle/>
                    <a:p>
                      <a:endParaRPr lang="en-GB"/>
                    </a:p>
                  </a:txBody>
                  <a:tcPr/>
                </a:tc>
                <a:tc rowSpan="2">
                  <a:txBody>
                    <a:bodyPr/>
                    <a:lstStyle/>
                    <a:p>
                      <a:pPr algn="ctr"/>
                      <a:r>
                        <a:rPr lang="en-GB" sz="1400" b="0"/>
                        <a:t>M7</a:t>
                      </a:r>
                      <a:endParaRPr lang="en-GB"/>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400" b="0"/>
                        <a:t>N/A</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400" b="0"/>
                        <a:t>52884</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rial"/>
                          <a:ea typeface="+mn-ea"/>
                          <a:cs typeface="+mn-cs"/>
                        </a:rPr>
                        <a:t>67.88</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rial"/>
                          <a:ea typeface="+mn-ea"/>
                          <a:cs typeface="+mn-cs"/>
                        </a:rPr>
                        <a:t>242.28</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rial"/>
                          <a:ea typeface="+mn-ea"/>
                          <a:cs typeface="+mn-cs"/>
                        </a:rPr>
                        <a:t>N/A</a:t>
                      </a:r>
                    </a:p>
                  </a:txBody>
                  <a:tcPr anchor="ctr">
                    <a:solidFill>
                      <a:schemeClr val="accent1">
                        <a:lumMod val="20000"/>
                        <a:lumOff val="80000"/>
                      </a:schemeClr>
                    </a:solidFill>
                  </a:tcPr>
                </a:tc>
                <a:extLst>
                  <a:ext uri="{0D108BD9-81ED-4DB2-BD59-A6C34878D82A}">
                    <a16:rowId xmlns:a16="http://schemas.microsoft.com/office/drawing/2014/main" val="1494043387"/>
                  </a:ext>
                </a:extLst>
              </a:tr>
              <a:tr h="390831">
                <a:tc vMerge="1">
                  <a:txBody>
                    <a:bodyPr/>
                    <a:lstStyle/>
                    <a:p>
                      <a:endParaRPr lang="en-GB"/>
                    </a:p>
                  </a:txBody>
                  <a:tcPr/>
                </a:tc>
                <a:tc vMerge="1">
                  <a:txBody>
                    <a:bodyPr/>
                    <a:lstStyle/>
                    <a:p>
                      <a:endParaRPr lang="en-GB"/>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400" b="0"/>
                        <a:t>Time</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400" b="0"/>
                        <a:t>52884</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rial"/>
                          <a:ea typeface="+mn-ea"/>
                          <a:cs typeface="+mn-cs"/>
                        </a:rPr>
                        <a:t>67.88</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rial"/>
                          <a:ea typeface="+mn-ea"/>
                          <a:cs typeface="+mn-cs"/>
                        </a:rPr>
                        <a:t>242.28</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rial"/>
                          <a:ea typeface="+mn-ea"/>
                          <a:cs typeface="+mn-cs"/>
                        </a:rPr>
                        <a:t>N/A</a:t>
                      </a:r>
                    </a:p>
                  </a:txBody>
                  <a:tcPr anchor="ctr">
                    <a:solidFill>
                      <a:schemeClr val="accent1">
                        <a:lumMod val="20000"/>
                        <a:lumOff val="80000"/>
                      </a:schemeClr>
                    </a:solidFill>
                  </a:tcPr>
                </a:tc>
                <a:extLst>
                  <a:ext uri="{0D108BD9-81ED-4DB2-BD59-A6C34878D82A}">
                    <a16:rowId xmlns:a16="http://schemas.microsoft.com/office/drawing/2014/main" val="1897154942"/>
                  </a:ext>
                </a:extLst>
              </a:tr>
            </a:tbl>
          </a:graphicData>
        </a:graphic>
      </p:graphicFrame>
      <p:sp>
        <p:nvSpPr>
          <p:cNvPr id="2" name="TextBox 1">
            <a:extLst>
              <a:ext uri="{FF2B5EF4-FFF2-40B4-BE49-F238E27FC236}">
                <a16:creationId xmlns:a16="http://schemas.microsoft.com/office/drawing/2014/main" id="{7CFBEB1A-FC2A-F632-C514-DB9F130277FF}"/>
              </a:ext>
            </a:extLst>
          </p:cNvPr>
          <p:cNvSpPr txBox="1"/>
          <p:nvPr/>
        </p:nvSpPr>
        <p:spPr>
          <a:xfrm>
            <a:off x="1" y="670302"/>
            <a:ext cx="1219200" cy="369332"/>
          </a:xfrm>
          <a:prstGeom prst="rect">
            <a:avLst/>
          </a:prstGeom>
          <a:noFill/>
        </p:spPr>
        <p:txBody>
          <a:bodyPr wrap="square" rtlCol="0">
            <a:spAutoFit/>
          </a:bodyPr>
          <a:lstStyle/>
          <a:p>
            <a:pPr algn="ctr"/>
            <a:r>
              <a:rPr lang="en-GB" b="1" err="1">
                <a:solidFill>
                  <a:srgbClr val="330065"/>
                </a:solidFill>
              </a:rPr>
              <a:t>ResNet</a:t>
            </a:r>
            <a:endParaRPr lang="en-GB" b="1">
              <a:solidFill>
                <a:srgbClr val="330065"/>
              </a:solidFill>
            </a:endParaRPr>
          </a:p>
        </p:txBody>
      </p:sp>
      <p:sp>
        <p:nvSpPr>
          <p:cNvPr id="3" name="TextBox 2">
            <a:extLst>
              <a:ext uri="{FF2B5EF4-FFF2-40B4-BE49-F238E27FC236}">
                <a16:creationId xmlns:a16="http://schemas.microsoft.com/office/drawing/2014/main" id="{C73BF24D-5332-9BC3-444E-39A33E95B947}"/>
              </a:ext>
            </a:extLst>
          </p:cNvPr>
          <p:cNvSpPr txBox="1"/>
          <p:nvPr/>
        </p:nvSpPr>
        <p:spPr>
          <a:xfrm>
            <a:off x="6989116" y="4198892"/>
            <a:ext cx="4310744" cy="646331"/>
          </a:xfrm>
          <a:prstGeom prst="rect">
            <a:avLst/>
          </a:prstGeom>
          <a:noFill/>
        </p:spPr>
        <p:txBody>
          <a:bodyPr wrap="square" rtlCol="0">
            <a:spAutoFit/>
          </a:bodyPr>
          <a:lstStyle/>
          <a:p>
            <a:pPr marL="285750" indent="-285750">
              <a:buFont typeface="Arial" panose="020B0604020202020204" pitchFamily="34" charset="0"/>
              <a:buChar char="•"/>
            </a:pPr>
            <a:r>
              <a:rPr lang="en-GB"/>
              <a:t>RAM usage was increased so that the inference time could decrease.</a:t>
            </a:r>
          </a:p>
        </p:txBody>
      </p:sp>
      <p:cxnSp>
        <p:nvCxnSpPr>
          <p:cNvPr id="8" name="Straight Connector 7">
            <a:extLst>
              <a:ext uri="{FF2B5EF4-FFF2-40B4-BE49-F238E27FC236}">
                <a16:creationId xmlns:a16="http://schemas.microsoft.com/office/drawing/2014/main" id="{0F7A5973-FF4E-FEDA-7627-B17CCD3BC773}"/>
              </a:ext>
            </a:extLst>
          </p:cNvPr>
          <p:cNvCxnSpPr/>
          <p:nvPr/>
        </p:nvCxnSpPr>
        <p:spPr>
          <a:xfrm>
            <a:off x="234042" y="3559629"/>
            <a:ext cx="117239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3467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3ADD578-6AF1-DA37-8F70-CE88F0E423AF}"/>
              </a:ext>
            </a:extLst>
          </p:cNvPr>
          <p:cNvGraphicFramePr>
            <a:graphicFrameLocks noGrp="1"/>
          </p:cNvGraphicFramePr>
          <p:nvPr>
            <p:extLst>
              <p:ext uri="{D42A27DB-BD31-4B8C-83A1-F6EECF244321}">
                <p14:modId xmlns:p14="http://schemas.microsoft.com/office/powerpoint/2010/main" val="615829033"/>
              </p:ext>
            </p:extLst>
          </p:nvPr>
        </p:nvGraphicFramePr>
        <p:xfrm>
          <a:off x="892140" y="2095848"/>
          <a:ext cx="10407720" cy="2127204"/>
        </p:xfrm>
        <a:graphic>
          <a:graphicData uri="http://schemas.openxmlformats.org/drawingml/2006/table">
            <a:tbl>
              <a:tblPr firstRow="1" bandRow="1">
                <a:tableStyleId>{5C22544A-7EE6-4342-B048-85BDC9FD1C3A}</a:tableStyleId>
              </a:tblPr>
              <a:tblGrid>
                <a:gridCol w="1973408">
                  <a:extLst>
                    <a:ext uri="{9D8B030D-6E8A-4147-A177-3AD203B41FA5}">
                      <a16:colId xmlns:a16="http://schemas.microsoft.com/office/drawing/2014/main" val="2580766146"/>
                    </a:ext>
                  </a:extLst>
                </a:gridCol>
                <a:gridCol w="1319197">
                  <a:extLst>
                    <a:ext uri="{9D8B030D-6E8A-4147-A177-3AD203B41FA5}">
                      <a16:colId xmlns:a16="http://schemas.microsoft.com/office/drawing/2014/main" val="1497623921"/>
                    </a:ext>
                  </a:extLst>
                </a:gridCol>
                <a:gridCol w="1397112">
                  <a:extLst>
                    <a:ext uri="{9D8B030D-6E8A-4147-A177-3AD203B41FA5}">
                      <a16:colId xmlns:a16="http://schemas.microsoft.com/office/drawing/2014/main" val="400582946"/>
                    </a:ext>
                  </a:extLst>
                </a:gridCol>
                <a:gridCol w="1801725">
                  <a:extLst>
                    <a:ext uri="{9D8B030D-6E8A-4147-A177-3AD203B41FA5}">
                      <a16:colId xmlns:a16="http://schemas.microsoft.com/office/drawing/2014/main" val="2343260775"/>
                    </a:ext>
                  </a:extLst>
                </a:gridCol>
                <a:gridCol w="1129029">
                  <a:extLst>
                    <a:ext uri="{9D8B030D-6E8A-4147-A177-3AD203B41FA5}">
                      <a16:colId xmlns:a16="http://schemas.microsoft.com/office/drawing/2014/main" val="2883585648"/>
                    </a:ext>
                  </a:extLst>
                </a:gridCol>
                <a:gridCol w="1129029">
                  <a:extLst>
                    <a:ext uri="{9D8B030D-6E8A-4147-A177-3AD203B41FA5}">
                      <a16:colId xmlns:a16="http://schemas.microsoft.com/office/drawing/2014/main" val="3819959727"/>
                    </a:ext>
                  </a:extLst>
                </a:gridCol>
                <a:gridCol w="1658220">
                  <a:extLst>
                    <a:ext uri="{9D8B030D-6E8A-4147-A177-3AD203B41FA5}">
                      <a16:colId xmlns:a16="http://schemas.microsoft.com/office/drawing/2014/main" val="1594224759"/>
                    </a:ext>
                  </a:extLst>
                </a:gridCol>
              </a:tblGrid>
              <a:tr h="207199">
                <a:tc rowSpan="2">
                  <a:txBody>
                    <a:bodyPr/>
                    <a:lstStyle/>
                    <a:p>
                      <a:pPr algn="ctr"/>
                      <a:r>
                        <a:rPr lang="en-GB" sz="1100"/>
                        <a:t>Model</a:t>
                      </a:r>
                    </a:p>
                  </a:txBody>
                  <a:tcPr anchor="ctr">
                    <a:solidFill>
                      <a:srgbClr val="330065"/>
                    </a:solidFill>
                  </a:tcPr>
                </a:tc>
                <a:tc rowSpan="2">
                  <a:txBody>
                    <a:bodyPr/>
                    <a:lstStyle/>
                    <a:p>
                      <a:pPr algn="ctr"/>
                      <a:r>
                        <a:rPr lang="en-GB" sz="1100"/>
                        <a:t>Processor</a:t>
                      </a:r>
                    </a:p>
                  </a:txBody>
                  <a:tcPr anchor="ctr">
                    <a:solidFill>
                      <a:srgbClr val="330065"/>
                    </a:solidFill>
                  </a:tcPr>
                </a:tc>
                <a:tc rowSpan="2">
                  <a:txBody>
                    <a:bodyPr/>
                    <a:lstStyle/>
                    <a:p>
                      <a:pPr algn="ctr"/>
                      <a:r>
                        <a:rPr lang="en-GB" sz="1100"/>
                        <a:t>Optimisation</a:t>
                      </a:r>
                    </a:p>
                  </a:txBody>
                  <a:tcPr anchor="ctr">
                    <a:solidFill>
                      <a:srgbClr val="330065"/>
                    </a:solidFill>
                  </a:tcPr>
                </a:tc>
                <a:tc rowSpan="2">
                  <a:txBody>
                    <a:bodyPr/>
                    <a:lstStyle/>
                    <a:p>
                      <a:pPr algn="ctr"/>
                      <a:r>
                        <a:rPr lang="en-GB" sz="1100"/>
                        <a:t>Inference Time (</a:t>
                      </a:r>
                      <a:r>
                        <a:rPr lang="el-GR" sz="1100" b="1" i="0" kern="1200">
                          <a:solidFill>
                            <a:schemeClr val="lt1"/>
                          </a:solidFill>
                          <a:effectLst/>
                          <a:latin typeface="+mn-lt"/>
                          <a:ea typeface="+mn-ea"/>
                          <a:cs typeface="+mn-cs"/>
                        </a:rPr>
                        <a:t>μ</a:t>
                      </a:r>
                      <a:r>
                        <a:rPr lang="en-GB" sz="1100" b="1" i="0" kern="1200">
                          <a:solidFill>
                            <a:schemeClr val="lt1"/>
                          </a:solidFill>
                          <a:effectLst/>
                          <a:latin typeface="+mn-lt"/>
                          <a:ea typeface="+mn-ea"/>
                          <a:cs typeface="+mn-cs"/>
                        </a:rPr>
                        <a:t>s</a:t>
                      </a:r>
                      <a:r>
                        <a:rPr lang="en-GB" sz="1100" b="0" i="0" kern="1200">
                          <a:solidFill>
                            <a:schemeClr val="lt1"/>
                          </a:solidFill>
                          <a:effectLst/>
                          <a:latin typeface="+mn-lt"/>
                          <a:ea typeface="+mn-ea"/>
                          <a:cs typeface="+mn-cs"/>
                        </a:rPr>
                        <a:t>)</a:t>
                      </a:r>
                      <a:endParaRPr lang="en-GB" sz="1100"/>
                    </a:p>
                  </a:txBody>
                  <a:tcPr anchor="ctr">
                    <a:solidFill>
                      <a:srgbClr val="330065"/>
                    </a:solidFill>
                  </a:tcPr>
                </a:tc>
                <a:tc gridSpan="2">
                  <a:txBody>
                    <a:bodyPr/>
                    <a:lstStyle/>
                    <a:p>
                      <a:pPr algn="ctr"/>
                      <a:r>
                        <a:rPr lang="en-GB" sz="1100"/>
                        <a:t>Memory Utilisation (KB)</a:t>
                      </a:r>
                    </a:p>
                  </a:txBody>
                  <a:tcPr anchor="ctr">
                    <a:solidFill>
                      <a:srgbClr val="330065"/>
                    </a:solidFill>
                  </a:tcPr>
                </a:tc>
                <a:tc hMerge="1">
                  <a:txBody>
                    <a:bodyPr/>
                    <a:lstStyle/>
                    <a:p>
                      <a:endParaRPr lang="en-GB"/>
                    </a:p>
                  </a:txBody>
                  <a:tcPr/>
                </a:tc>
                <a:tc rowSpan="2">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100"/>
                        <a:t>Accuracy (%)</a:t>
                      </a:r>
                    </a:p>
                  </a:txBody>
                  <a:tcPr anchor="ctr">
                    <a:solidFill>
                      <a:srgbClr val="330065"/>
                    </a:solidFill>
                  </a:tcPr>
                </a:tc>
                <a:extLst>
                  <a:ext uri="{0D108BD9-81ED-4DB2-BD59-A6C34878D82A}">
                    <a16:rowId xmlns:a16="http://schemas.microsoft.com/office/drawing/2014/main" val="520740286"/>
                  </a:ext>
                </a:extLst>
              </a:tr>
              <a:tr h="222908">
                <a:tc vMerge="1">
                  <a:txBody>
                    <a:bodyPr/>
                    <a:lstStyle/>
                    <a:p>
                      <a:pPr algn="ctr"/>
                      <a:endParaRPr lang="en-GB" sz="1400" b="0" i="0" u="none" strike="noStrike" kern="1200" baseline="0">
                        <a:solidFill>
                          <a:schemeClr val="dk1"/>
                        </a:solidFill>
                        <a:latin typeface="+mn-lt"/>
                        <a:ea typeface="+mn-ea"/>
                        <a:cs typeface="+mn-cs"/>
                      </a:endParaRPr>
                    </a:p>
                  </a:txBody>
                  <a:tcPr anchor="ctr">
                    <a:solidFill>
                      <a:schemeClr val="accent1">
                        <a:lumMod val="20000"/>
                        <a:lumOff val="80000"/>
                      </a:schemeClr>
                    </a:solidFill>
                  </a:tcPr>
                </a:tc>
                <a:tc vMerge="1">
                  <a:txBody>
                    <a:bodyPr/>
                    <a:lstStyle/>
                    <a:p>
                      <a:pPr algn="ctr"/>
                      <a:endParaRPr lang="en-GB" sz="1400" b="0"/>
                    </a:p>
                  </a:txBody>
                  <a:tcPr anchor="ctr">
                    <a:solidFill>
                      <a:schemeClr val="accent1">
                        <a:lumMod val="20000"/>
                        <a:lumOff val="80000"/>
                      </a:schemeClr>
                    </a:solidFill>
                  </a:tcPr>
                </a:tc>
                <a:tc vMerge="1">
                  <a:txBody>
                    <a:bodyPr/>
                    <a:lstStyle/>
                    <a:p>
                      <a:pPr algn="ctr"/>
                      <a:endParaRPr lang="en-GB" sz="1400" b="0"/>
                    </a:p>
                  </a:txBody>
                  <a:tcPr anchor="ctr">
                    <a:solidFill>
                      <a:schemeClr val="accent1">
                        <a:lumMod val="20000"/>
                        <a:lumOff val="80000"/>
                      </a:schemeClr>
                    </a:solidFill>
                  </a:tcPr>
                </a:tc>
                <a:tc vMerge="1">
                  <a:txBody>
                    <a:bodyPr/>
                    <a:lstStyle/>
                    <a:p>
                      <a:pPr algn="ctr"/>
                      <a:endParaRPr lang="en-GB" sz="1400" b="0"/>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400" b="1">
                          <a:solidFill>
                            <a:schemeClr val="bg1"/>
                          </a:solidFill>
                        </a:rPr>
                        <a:t>RAM</a:t>
                      </a:r>
                    </a:p>
                  </a:txBody>
                  <a:tcPr anchor="ctr">
                    <a:solidFill>
                      <a:srgbClr val="330065"/>
                    </a:solidFill>
                  </a:tcPr>
                </a:tc>
                <a:tc>
                  <a:txBody>
                    <a:bodyPr/>
                    <a:lstStyle/>
                    <a:p>
                      <a:pPr algn="ctr"/>
                      <a:r>
                        <a:rPr lang="en-GB" sz="1400" b="1">
                          <a:solidFill>
                            <a:schemeClr val="bg1"/>
                          </a:solidFill>
                        </a:rPr>
                        <a:t>Flash</a:t>
                      </a:r>
                    </a:p>
                  </a:txBody>
                  <a:tcPr anchor="ctr">
                    <a:solidFill>
                      <a:srgbClr val="330065"/>
                    </a:solidFill>
                  </a:tcPr>
                </a:tc>
                <a:tc vMerge="1">
                  <a:txBody>
                    <a:bodyPr/>
                    <a:lstStyle/>
                    <a:p>
                      <a:pPr algn="ctr"/>
                      <a:endParaRPr lang="en-GB" sz="1400" b="0"/>
                    </a:p>
                  </a:txBody>
                  <a:tcPr anchor="ctr">
                    <a:solidFill>
                      <a:schemeClr val="accent1">
                        <a:lumMod val="20000"/>
                        <a:lumOff val="80000"/>
                      </a:schemeClr>
                    </a:solidFill>
                  </a:tcPr>
                </a:tc>
                <a:extLst>
                  <a:ext uri="{0D108BD9-81ED-4DB2-BD59-A6C34878D82A}">
                    <a16:rowId xmlns:a16="http://schemas.microsoft.com/office/drawing/2014/main" val="1565338102"/>
                  </a:ext>
                </a:extLst>
              </a:tr>
              <a:tr h="390831">
                <a:tc rowSpan="4">
                  <a:txBody>
                    <a:bodyPr/>
                    <a:lstStyle/>
                    <a:p>
                      <a:pPr algn="ctr"/>
                      <a:r>
                        <a:rPr lang="en-GB" sz="1400" b="0" i="0" u="none" strike="noStrike" kern="1200" baseline="0">
                          <a:solidFill>
                            <a:schemeClr val="dk1"/>
                          </a:solidFill>
                          <a:latin typeface="+mn-lt"/>
                          <a:ea typeface="+mn-ea"/>
                          <a:cs typeface="+mn-cs"/>
                        </a:rPr>
                        <a:t>BNN on</a:t>
                      </a:r>
                    </a:p>
                    <a:p>
                      <a:pPr algn="ctr"/>
                      <a:r>
                        <a:rPr lang="en-GB" sz="1400" b="0" i="0" u="none" strike="noStrike" kern="1200" baseline="0">
                          <a:solidFill>
                            <a:schemeClr val="dk1"/>
                          </a:solidFill>
                          <a:latin typeface="+mn-lt"/>
                          <a:ea typeface="+mn-ea"/>
                          <a:cs typeface="+mn-cs"/>
                        </a:rPr>
                        <a:t>Cifar-10</a:t>
                      </a:r>
                      <a:endParaRPr lang="en-GB" sz="1000" b="0"/>
                    </a:p>
                    <a:p>
                      <a:pPr algn="ctr"/>
                      <a:endParaRPr lang="en-GB" sz="1400" b="0"/>
                    </a:p>
                  </a:txBody>
                  <a:tcPr anchor="ctr">
                    <a:solidFill>
                      <a:schemeClr val="accent1">
                        <a:lumMod val="20000"/>
                        <a:lumOff val="80000"/>
                      </a:schemeClr>
                    </a:solidFill>
                  </a:tcPr>
                </a:tc>
                <a:tc rowSpan="2">
                  <a:txBody>
                    <a:bodyPr/>
                    <a:lstStyle/>
                    <a:p>
                      <a:pPr algn="ctr"/>
                      <a:r>
                        <a:rPr lang="en-GB" sz="1400" b="0"/>
                        <a:t>M33</a:t>
                      </a:r>
                    </a:p>
                    <a:p>
                      <a:pPr algn="ctr"/>
                      <a:r>
                        <a:rPr lang="en-GB" sz="900" b="0"/>
                        <a:t>(STM32H573i-DK @ 250 MHz)</a:t>
                      </a:r>
                    </a:p>
                  </a:txBody>
                  <a:tcPr anchor="ctr">
                    <a:solidFill>
                      <a:schemeClr val="accent1">
                        <a:lumMod val="20000"/>
                        <a:lumOff val="80000"/>
                      </a:schemeClr>
                    </a:solidFill>
                  </a:tcPr>
                </a:tc>
                <a:tc>
                  <a:txBody>
                    <a:bodyPr/>
                    <a:lstStyle/>
                    <a:p>
                      <a:pPr algn="ctr"/>
                      <a:r>
                        <a:rPr lang="en-GB" sz="1400" b="0"/>
                        <a:t>N/A</a:t>
                      </a:r>
                    </a:p>
                  </a:txBody>
                  <a:tcPr anchor="ctr">
                    <a:solidFill>
                      <a:schemeClr val="accent1">
                        <a:lumMod val="20000"/>
                        <a:lumOff val="80000"/>
                      </a:schemeClr>
                    </a:solidFill>
                  </a:tcPr>
                </a:tc>
                <a:tc>
                  <a:txBody>
                    <a:bodyPr/>
                    <a:lstStyle/>
                    <a:p>
                      <a:pPr algn="ctr"/>
                      <a:r>
                        <a:rPr lang="en-GB" sz="1400" b="0"/>
                        <a:t>314900</a:t>
                      </a:r>
                    </a:p>
                  </a:txBody>
                  <a:tcPr anchor="ctr">
                    <a:solidFill>
                      <a:schemeClr val="accent1">
                        <a:lumMod val="20000"/>
                        <a:lumOff val="80000"/>
                      </a:schemeClr>
                    </a:solidFill>
                  </a:tcPr>
                </a:tc>
                <a:tc>
                  <a:txBody>
                    <a:bodyPr/>
                    <a:lstStyle/>
                    <a:p>
                      <a:pPr algn="ctr"/>
                      <a:r>
                        <a:rPr lang="en-GB" sz="1400" b="0"/>
                        <a:t>149.97</a:t>
                      </a:r>
                    </a:p>
                  </a:txBody>
                  <a:tcPr anchor="ctr">
                    <a:solidFill>
                      <a:schemeClr val="accent1">
                        <a:lumMod val="20000"/>
                        <a:lumOff val="80000"/>
                      </a:schemeClr>
                    </a:solidFill>
                  </a:tcPr>
                </a:tc>
                <a:tc>
                  <a:txBody>
                    <a:bodyPr/>
                    <a:lstStyle/>
                    <a:p>
                      <a:pPr algn="ctr"/>
                      <a:r>
                        <a:rPr lang="en-GB" sz="1400" b="0"/>
                        <a:t>556.89 </a:t>
                      </a:r>
                    </a:p>
                  </a:txBody>
                  <a:tcPr anchor="ctr">
                    <a:solidFill>
                      <a:schemeClr val="accent1">
                        <a:lumMod val="20000"/>
                        <a:lumOff val="80000"/>
                      </a:schemeClr>
                    </a:solidFill>
                  </a:tcPr>
                </a:tc>
                <a:tc>
                  <a:txBody>
                    <a:bodyPr/>
                    <a:lstStyle/>
                    <a:p>
                      <a:pPr algn="ctr"/>
                      <a:r>
                        <a:rPr lang="en-GB" sz="1400" b="0"/>
                        <a:t>100</a:t>
                      </a:r>
                    </a:p>
                  </a:txBody>
                  <a:tcPr anchor="ctr">
                    <a:solidFill>
                      <a:schemeClr val="accent1">
                        <a:lumMod val="20000"/>
                        <a:lumOff val="80000"/>
                      </a:schemeClr>
                    </a:solidFill>
                  </a:tcPr>
                </a:tc>
                <a:extLst>
                  <a:ext uri="{0D108BD9-81ED-4DB2-BD59-A6C34878D82A}">
                    <a16:rowId xmlns:a16="http://schemas.microsoft.com/office/drawing/2014/main" val="2798700318"/>
                  </a:ext>
                </a:extLst>
              </a:tr>
              <a:tr h="390831">
                <a:tc vMerge="1">
                  <a:txBody>
                    <a:bodyPr/>
                    <a:lstStyle/>
                    <a:p>
                      <a:endParaRPr lang="en-GB"/>
                    </a:p>
                  </a:txBody>
                  <a:tcPr/>
                </a:tc>
                <a:tc vMerge="1">
                  <a:txBody>
                    <a:bodyPr/>
                    <a:lstStyle/>
                    <a:p>
                      <a:endParaRPr lang="en-GB"/>
                    </a:p>
                  </a:txBody>
                  <a:tcPr/>
                </a:tc>
                <a:tc>
                  <a:txBody>
                    <a:bodyPr/>
                    <a:lstStyle/>
                    <a:p>
                      <a:pPr algn="ctr"/>
                      <a:r>
                        <a:rPr lang="en-GB" sz="1400" b="0"/>
                        <a:t>Time</a:t>
                      </a:r>
                    </a:p>
                  </a:txBody>
                  <a:tcPr anchor="ctr">
                    <a:solidFill>
                      <a:schemeClr val="accent1">
                        <a:lumMod val="20000"/>
                        <a:lumOff val="80000"/>
                      </a:schemeClr>
                    </a:solidFill>
                  </a:tcPr>
                </a:tc>
                <a:tc>
                  <a:txBody>
                    <a:bodyPr/>
                    <a:lstStyle/>
                    <a:p>
                      <a:pPr algn="ctr"/>
                      <a:r>
                        <a:rPr lang="en-GB" sz="1400" b="0"/>
                        <a:t>314900</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400" b="0"/>
                        <a:t>149.97</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400" b="0"/>
                        <a:t>556.89   </a:t>
                      </a:r>
                    </a:p>
                  </a:txBody>
                  <a:tcPr anchor="ctr">
                    <a:solidFill>
                      <a:schemeClr val="accent1">
                        <a:lumMod val="20000"/>
                        <a:lumOff val="80000"/>
                      </a:schemeClr>
                    </a:solidFill>
                  </a:tcPr>
                </a:tc>
                <a:tc>
                  <a:txBody>
                    <a:bodyPr/>
                    <a:lstStyle/>
                    <a:p>
                      <a:pPr algn="ctr"/>
                      <a:r>
                        <a:rPr lang="en-GB" sz="1400" b="0"/>
                        <a:t>100</a:t>
                      </a:r>
                    </a:p>
                  </a:txBody>
                  <a:tcPr anchor="ctr">
                    <a:solidFill>
                      <a:schemeClr val="accent1">
                        <a:lumMod val="20000"/>
                        <a:lumOff val="80000"/>
                      </a:schemeClr>
                    </a:solidFill>
                  </a:tcPr>
                </a:tc>
                <a:extLst>
                  <a:ext uri="{0D108BD9-81ED-4DB2-BD59-A6C34878D82A}">
                    <a16:rowId xmlns:a16="http://schemas.microsoft.com/office/drawing/2014/main" val="3366749846"/>
                  </a:ext>
                </a:extLst>
              </a:tr>
              <a:tr h="390831">
                <a:tc vMerge="1">
                  <a:txBody>
                    <a:bodyPr/>
                    <a:lstStyle/>
                    <a:p>
                      <a:endParaRPr lang="en-GB"/>
                    </a:p>
                  </a:txBody>
                  <a:tcPr/>
                </a:tc>
                <a:tc rowSpan="2">
                  <a:txBody>
                    <a:bodyPr/>
                    <a:lstStyle/>
                    <a:p>
                      <a:pPr algn="ctr"/>
                      <a:r>
                        <a:rPr lang="en-GB" sz="1400" b="0"/>
                        <a:t>M7</a:t>
                      </a:r>
                      <a:endParaRPr lang="en-GB"/>
                    </a:p>
                  </a:txBody>
                  <a:tcPr anchor="ctr">
                    <a:solidFill>
                      <a:schemeClr val="accent1">
                        <a:lumMod val="20000"/>
                        <a:lumOff val="80000"/>
                      </a:schemeClr>
                    </a:solidFill>
                  </a:tcPr>
                </a:tc>
                <a:tc>
                  <a:txBody>
                    <a:bodyPr/>
                    <a:lstStyle/>
                    <a:p>
                      <a:pPr algn="ctr"/>
                      <a:r>
                        <a:rPr lang="en-GB" sz="1400" b="0"/>
                        <a:t>N/A</a:t>
                      </a:r>
                    </a:p>
                  </a:txBody>
                  <a:tcPr anchor="ctr">
                    <a:solidFill>
                      <a:schemeClr val="accent1">
                        <a:lumMod val="20000"/>
                        <a:lumOff val="80000"/>
                      </a:schemeClr>
                    </a:solidFill>
                  </a:tcPr>
                </a:tc>
                <a:tc>
                  <a:txBody>
                    <a:bodyPr/>
                    <a:lstStyle/>
                    <a:p>
                      <a:pPr algn="ctr"/>
                      <a:r>
                        <a:rPr lang="en-GB" sz="1400" b="0"/>
                        <a:t>255818</a:t>
                      </a:r>
                    </a:p>
                  </a:txBody>
                  <a:tcPr anchor="ctr">
                    <a:solidFill>
                      <a:schemeClr val="accent1">
                        <a:lumMod val="20000"/>
                        <a:lumOff val="80000"/>
                      </a:schemeClr>
                    </a:solidFill>
                  </a:tcPr>
                </a:tc>
                <a:tc>
                  <a:txBody>
                    <a:bodyPr/>
                    <a:lstStyle/>
                    <a:p>
                      <a:pPr algn="ctr"/>
                      <a:r>
                        <a:rPr lang="en-GB" sz="1400" b="0"/>
                        <a:t>151.77</a:t>
                      </a:r>
                    </a:p>
                  </a:txBody>
                  <a:tcPr anchor="ctr">
                    <a:solidFill>
                      <a:schemeClr val="accent1">
                        <a:lumMod val="20000"/>
                        <a:lumOff val="80000"/>
                      </a:schemeClr>
                    </a:solidFill>
                  </a:tcPr>
                </a:tc>
                <a:tc>
                  <a:txBody>
                    <a:bodyPr/>
                    <a:lstStyle/>
                    <a:p>
                      <a:pPr algn="ctr"/>
                      <a:r>
                        <a:rPr lang="en-GB" sz="1400" b="0"/>
                        <a:t>725.84</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rial"/>
                          <a:ea typeface="+mn-ea"/>
                          <a:cs typeface="+mn-cs"/>
                        </a:rPr>
                        <a:t>N/A</a:t>
                      </a:r>
                    </a:p>
                  </a:txBody>
                  <a:tcPr anchor="ctr">
                    <a:solidFill>
                      <a:schemeClr val="accent1">
                        <a:lumMod val="20000"/>
                        <a:lumOff val="80000"/>
                      </a:schemeClr>
                    </a:solidFill>
                  </a:tcPr>
                </a:tc>
                <a:extLst>
                  <a:ext uri="{0D108BD9-81ED-4DB2-BD59-A6C34878D82A}">
                    <a16:rowId xmlns:a16="http://schemas.microsoft.com/office/drawing/2014/main" val="1387487361"/>
                  </a:ext>
                </a:extLst>
              </a:tr>
              <a:tr h="390831">
                <a:tc vMerge="1">
                  <a:txBody>
                    <a:bodyPr/>
                    <a:lstStyle/>
                    <a:p>
                      <a:endParaRPr lang="en-GB"/>
                    </a:p>
                  </a:txBody>
                  <a:tcPr/>
                </a:tc>
                <a:tc vMerge="1">
                  <a:txBody>
                    <a:bodyPr/>
                    <a:lstStyle/>
                    <a:p>
                      <a:endParaRPr lang="en-GB"/>
                    </a:p>
                  </a:txBody>
                  <a:tcPr/>
                </a:tc>
                <a:tc>
                  <a:txBody>
                    <a:bodyPr/>
                    <a:lstStyle/>
                    <a:p>
                      <a:pPr algn="ctr"/>
                      <a:r>
                        <a:rPr lang="en-GB" sz="1400" b="0"/>
                        <a:t>Time</a:t>
                      </a:r>
                    </a:p>
                  </a:txBody>
                  <a:tcPr anchor="ctr">
                    <a:solidFill>
                      <a:schemeClr val="accent1">
                        <a:lumMod val="20000"/>
                        <a:lumOff val="80000"/>
                      </a:schemeClr>
                    </a:solidFill>
                  </a:tcPr>
                </a:tc>
                <a:tc>
                  <a:txBody>
                    <a:bodyPr/>
                    <a:lstStyle/>
                    <a:p>
                      <a:pPr algn="ctr"/>
                      <a:r>
                        <a:rPr lang="en-GB" sz="1400" b="0"/>
                        <a:t>255895</a:t>
                      </a:r>
                    </a:p>
                  </a:txBody>
                  <a:tcPr anchor="ctr">
                    <a:solidFill>
                      <a:schemeClr val="accent1">
                        <a:lumMod val="20000"/>
                        <a:lumOff val="80000"/>
                      </a:schemeClr>
                    </a:solidFill>
                  </a:tcPr>
                </a:tc>
                <a:tc>
                  <a:txBody>
                    <a:bodyPr/>
                    <a:lstStyle/>
                    <a:p>
                      <a:pPr algn="ctr"/>
                      <a:r>
                        <a:rPr lang="en-GB" sz="1400" b="0"/>
                        <a:t>151.77</a:t>
                      </a:r>
                    </a:p>
                  </a:txBody>
                  <a:tcPr anchor="ctr">
                    <a:solidFill>
                      <a:schemeClr val="accent1">
                        <a:lumMod val="20000"/>
                        <a:lumOff val="80000"/>
                      </a:schemeClr>
                    </a:solidFill>
                  </a:tcPr>
                </a:tc>
                <a:tc>
                  <a:txBody>
                    <a:bodyPr/>
                    <a:lstStyle/>
                    <a:p>
                      <a:pPr algn="ctr"/>
                      <a:r>
                        <a:rPr lang="en-GB" sz="1400" b="0"/>
                        <a:t>722.23</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Arial"/>
                          <a:ea typeface="+mn-ea"/>
                          <a:cs typeface="+mn-cs"/>
                        </a:rPr>
                        <a:t>N/A</a:t>
                      </a:r>
                    </a:p>
                  </a:txBody>
                  <a:tcPr anchor="ctr">
                    <a:solidFill>
                      <a:schemeClr val="accent1">
                        <a:lumMod val="20000"/>
                        <a:lumOff val="80000"/>
                      </a:schemeClr>
                    </a:solidFill>
                  </a:tcPr>
                </a:tc>
                <a:extLst>
                  <a:ext uri="{0D108BD9-81ED-4DB2-BD59-A6C34878D82A}">
                    <a16:rowId xmlns:a16="http://schemas.microsoft.com/office/drawing/2014/main" val="3908657935"/>
                  </a:ext>
                </a:extLst>
              </a:tr>
            </a:tbl>
          </a:graphicData>
        </a:graphic>
      </p:graphicFrame>
      <p:sp>
        <p:nvSpPr>
          <p:cNvPr id="6" name="Title 1">
            <a:extLst>
              <a:ext uri="{FF2B5EF4-FFF2-40B4-BE49-F238E27FC236}">
                <a16:creationId xmlns:a16="http://schemas.microsoft.com/office/drawing/2014/main" id="{5E3FCE0A-9129-36F4-2613-85A9DD7CEE24}"/>
              </a:ext>
            </a:extLst>
          </p:cNvPr>
          <p:cNvSpPr>
            <a:spLocks noGrp="1"/>
          </p:cNvSpPr>
          <p:nvPr>
            <p:ph type="title"/>
          </p:nvPr>
        </p:nvSpPr>
        <p:spPr>
          <a:xfrm>
            <a:off x="0" y="0"/>
            <a:ext cx="12192000" cy="854968"/>
          </a:xfrm>
        </p:spPr>
        <p:txBody>
          <a:bodyPr>
            <a:noAutofit/>
          </a:bodyPr>
          <a:lstStyle/>
          <a:p>
            <a:r>
              <a:rPr lang="en-GB" sz="2800"/>
              <a:t>Part 2 - Deployment and Performance of ML Algorithms </a:t>
            </a:r>
          </a:p>
        </p:txBody>
      </p:sp>
      <p:sp>
        <p:nvSpPr>
          <p:cNvPr id="8" name="TextBox 7">
            <a:extLst>
              <a:ext uri="{FF2B5EF4-FFF2-40B4-BE49-F238E27FC236}">
                <a16:creationId xmlns:a16="http://schemas.microsoft.com/office/drawing/2014/main" id="{11FD9BBF-1F16-CFF5-E918-7FA88876BE6F}"/>
              </a:ext>
            </a:extLst>
          </p:cNvPr>
          <p:cNvSpPr txBox="1"/>
          <p:nvPr/>
        </p:nvSpPr>
        <p:spPr>
          <a:xfrm>
            <a:off x="-76200" y="670302"/>
            <a:ext cx="3178628" cy="369332"/>
          </a:xfrm>
          <a:prstGeom prst="rect">
            <a:avLst/>
          </a:prstGeom>
          <a:noFill/>
        </p:spPr>
        <p:txBody>
          <a:bodyPr wrap="square">
            <a:spAutoFit/>
          </a:bodyPr>
          <a:lstStyle/>
          <a:p>
            <a:pPr algn="ctr"/>
            <a:r>
              <a:rPr lang="en-GB" b="1">
                <a:solidFill>
                  <a:srgbClr val="330065"/>
                </a:solidFill>
              </a:rPr>
              <a:t>Binarized Neural Network</a:t>
            </a:r>
          </a:p>
        </p:txBody>
      </p:sp>
    </p:spTree>
    <p:extLst>
      <p:ext uri="{BB962C8B-B14F-4D97-AF65-F5344CB8AC3E}">
        <p14:creationId xmlns:p14="http://schemas.microsoft.com/office/powerpoint/2010/main" val="1092888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502D96B-9C8A-2A7C-F4B3-143D70B788E7}"/>
              </a:ext>
            </a:extLst>
          </p:cNvPr>
          <p:cNvSpPr>
            <a:spLocks noGrp="1"/>
          </p:cNvSpPr>
          <p:nvPr>
            <p:ph type="title"/>
          </p:nvPr>
        </p:nvSpPr>
        <p:spPr>
          <a:xfrm>
            <a:off x="0" y="0"/>
            <a:ext cx="12192000" cy="854968"/>
          </a:xfrm>
        </p:spPr>
        <p:txBody>
          <a:bodyPr>
            <a:noAutofit/>
          </a:bodyPr>
          <a:lstStyle/>
          <a:p>
            <a:r>
              <a:rPr lang="en-GB" sz="2800"/>
              <a:t>Part 3 - Training and Development of a Sine-Wave Model</a:t>
            </a:r>
          </a:p>
        </p:txBody>
      </p:sp>
      <p:graphicFrame>
        <p:nvGraphicFramePr>
          <p:cNvPr id="2" name="Table 1">
            <a:extLst>
              <a:ext uri="{FF2B5EF4-FFF2-40B4-BE49-F238E27FC236}">
                <a16:creationId xmlns:a16="http://schemas.microsoft.com/office/drawing/2014/main" id="{68EA747E-02FA-5FC3-C8FE-DDFB92B668E1}"/>
              </a:ext>
            </a:extLst>
          </p:cNvPr>
          <p:cNvGraphicFramePr>
            <a:graphicFrameLocks noGrp="1"/>
          </p:cNvGraphicFramePr>
          <p:nvPr>
            <p:extLst>
              <p:ext uri="{D42A27DB-BD31-4B8C-83A1-F6EECF244321}">
                <p14:modId xmlns:p14="http://schemas.microsoft.com/office/powerpoint/2010/main" val="1035915116"/>
              </p:ext>
            </p:extLst>
          </p:nvPr>
        </p:nvGraphicFramePr>
        <p:xfrm>
          <a:off x="195942" y="1224300"/>
          <a:ext cx="11800115" cy="2643576"/>
        </p:xfrm>
        <a:graphic>
          <a:graphicData uri="http://schemas.openxmlformats.org/drawingml/2006/table">
            <a:tbl>
              <a:tblPr firstRow="1" bandRow="1">
                <a:tableStyleId>{5C22544A-7EE6-4342-B048-85BDC9FD1C3A}</a:tableStyleId>
              </a:tblPr>
              <a:tblGrid>
                <a:gridCol w="2450176">
                  <a:extLst>
                    <a:ext uri="{9D8B030D-6E8A-4147-A177-3AD203B41FA5}">
                      <a16:colId xmlns:a16="http://schemas.microsoft.com/office/drawing/2014/main" val="2561705747"/>
                    </a:ext>
                  </a:extLst>
                </a:gridCol>
                <a:gridCol w="1688250">
                  <a:extLst>
                    <a:ext uri="{9D8B030D-6E8A-4147-A177-3AD203B41FA5}">
                      <a16:colId xmlns:a16="http://schemas.microsoft.com/office/drawing/2014/main" val="3581294744"/>
                    </a:ext>
                  </a:extLst>
                </a:gridCol>
                <a:gridCol w="1895152">
                  <a:extLst>
                    <a:ext uri="{9D8B030D-6E8A-4147-A177-3AD203B41FA5}">
                      <a16:colId xmlns:a16="http://schemas.microsoft.com/office/drawing/2014/main" val="1205690839"/>
                    </a:ext>
                  </a:extLst>
                </a:gridCol>
                <a:gridCol w="1895152">
                  <a:extLst>
                    <a:ext uri="{9D8B030D-6E8A-4147-A177-3AD203B41FA5}">
                      <a16:colId xmlns:a16="http://schemas.microsoft.com/office/drawing/2014/main" val="1467056660"/>
                    </a:ext>
                  </a:extLst>
                </a:gridCol>
                <a:gridCol w="947576">
                  <a:extLst>
                    <a:ext uri="{9D8B030D-6E8A-4147-A177-3AD203B41FA5}">
                      <a16:colId xmlns:a16="http://schemas.microsoft.com/office/drawing/2014/main" val="3487223262"/>
                    </a:ext>
                  </a:extLst>
                </a:gridCol>
                <a:gridCol w="947576">
                  <a:extLst>
                    <a:ext uri="{9D8B030D-6E8A-4147-A177-3AD203B41FA5}">
                      <a16:colId xmlns:a16="http://schemas.microsoft.com/office/drawing/2014/main" val="301501788"/>
                    </a:ext>
                  </a:extLst>
                </a:gridCol>
                <a:gridCol w="631717">
                  <a:extLst>
                    <a:ext uri="{9D8B030D-6E8A-4147-A177-3AD203B41FA5}">
                      <a16:colId xmlns:a16="http://schemas.microsoft.com/office/drawing/2014/main" val="1249422757"/>
                    </a:ext>
                  </a:extLst>
                </a:gridCol>
                <a:gridCol w="631718">
                  <a:extLst>
                    <a:ext uri="{9D8B030D-6E8A-4147-A177-3AD203B41FA5}">
                      <a16:colId xmlns:a16="http://schemas.microsoft.com/office/drawing/2014/main" val="2782527184"/>
                    </a:ext>
                  </a:extLst>
                </a:gridCol>
                <a:gridCol w="712798">
                  <a:extLst>
                    <a:ext uri="{9D8B030D-6E8A-4147-A177-3AD203B41FA5}">
                      <a16:colId xmlns:a16="http://schemas.microsoft.com/office/drawing/2014/main" val="1690209858"/>
                    </a:ext>
                  </a:extLst>
                </a:gridCol>
              </a:tblGrid>
              <a:tr h="262683">
                <a:tc rowSpan="3">
                  <a:txBody>
                    <a:bodyPr/>
                    <a:lstStyle/>
                    <a:p>
                      <a:pPr algn="ctr"/>
                      <a:r>
                        <a:rPr lang="en-GB" sz="1100"/>
                        <a:t>Deployment</a:t>
                      </a:r>
                    </a:p>
                  </a:txBody>
                  <a:tcPr anchor="ctr">
                    <a:solidFill>
                      <a:srgbClr val="330065"/>
                    </a:solidFill>
                  </a:tcPr>
                </a:tc>
                <a:tc rowSpan="3">
                  <a:txBody>
                    <a:bodyPr/>
                    <a:lstStyle/>
                    <a:p>
                      <a:pPr algn="ctr"/>
                      <a:r>
                        <a:rPr lang="en-GB" sz="1100"/>
                        <a:t>Processor</a:t>
                      </a:r>
                    </a:p>
                  </a:txBody>
                  <a:tcPr anchor="ctr">
                    <a:solidFill>
                      <a:srgbClr val="330065"/>
                    </a:solidFill>
                  </a:tcPr>
                </a:tc>
                <a:tc rowSpan="3">
                  <a:txBody>
                    <a:bodyPr/>
                    <a:lstStyle/>
                    <a:p>
                      <a:pPr algn="ctr"/>
                      <a:r>
                        <a:rPr lang="en-GB" sz="1100"/>
                        <a:t>Optimisation</a:t>
                      </a:r>
                    </a:p>
                  </a:txBody>
                  <a:tcPr anchor="ctr">
                    <a:solidFill>
                      <a:srgbClr val="330065"/>
                    </a:solidFill>
                  </a:tcPr>
                </a:tc>
                <a:tc rowSpan="3">
                  <a:txBody>
                    <a:bodyPr/>
                    <a:lstStyle/>
                    <a:p>
                      <a:pPr algn="ctr"/>
                      <a:r>
                        <a:rPr lang="en-GB" sz="1100"/>
                        <a:t>Av. Inference Time (</a:t>
                      </a:r>
                      <a:r>
                        <a:rPr lang="el-GR" sz="1100" b="1" i="0" kern="1200">
                          <a:solidFill>
                            <a:schemeClr val="lt1"/>
                          </a:solidFill>
                          <a:effectLst/>
                          <a:latin typeface="+mn-lt"/>
                          <a:ea typeface="+mn-ea"/>
                          <a:cs typeface="+mn-cs"/>
                        </a:rPr>
                        <a:t>μ</a:t>
                      </a:r>
                      <a:r>
                        <a:rPr lang="en-GB" sz="1100" b="1" i="0" kern="1200">
                          <a:solidFill>
                            <a:schemeClr val="lt1"/>
                          </a:solidFill>
                          <a:effectLst/>
                          <a:latin typeface="+mn-lt"/>
                          <a:ea typeface="+mn-ea"/>
                          <a:cs typeface="+mn-cs"/>
                        </a:rPr>
                        <a:t>s</a:t>
                      </a:r>
                      <a:r>
                        <a:rPr lang="en-GB" sz="1100" b="0" i="0" kern="1200">
                          <a:solidFill>
                            <a:schemeClr val="lt1"/>
                          </a:solidFill>
                          <a:effectLst/>
                          <a:latin typeface="+mn-lt"/>
                          <a:ea typeface="+mn-ea"/>
                          <a:cs typeface="+mn-cs"/>
                        </a:rPr>
                        <a:t>)</a:t>
                      </a:r>
                      <a:endParaRPr lang="en-GB" sz="1100"/>
                    </a:p>
                  </a:txBody>
                  <a:tcPr anchor="ctr">
                    <a:solidFill>
                      <a:srgbClr val="330065"/>
                    </a:solidFill>
                  </a:tcPr>
                </a:tc>
                <a:tc gridSpan="2">
                  <a:txBody>
                    <a:bodyPr/>
                    <a:lstStyle/>
                    <a:p>
                      <a:pPr algn="ctr"/>
                      <a:r>
                        <a:rPr lang="en-GB" sz="1100"/>
                        <a:t>Memory Utilisation (KB)</a:t>
                      </a:r>
                    </a:p>
                  </a:txBody>
                  <a:tcPr anchor="ctr">
                    <a:solidFill>
                      <a:srgbClr val="330065"/>
                    </a:solidFill>
                  </a:tcPr>
                </a:tc>
                <a:tc hMerge="1">
                  <a:txBody>
                    <a:bodyPr/>
                    <a:lstStyle/>
                    <a:p>
                      <a:pPr algn="ctr"/>
                      <a:endParaRPr lang="en-GB" sz="1100"/>
                    </a:p>
                  </a:txBody>
                  <a:tcPr anchor="ctr">
                    <a:solidFill>
                      <a:srgbClr val="330065"/>
                    </a:solidFill>
                  </a:tcPr>
                </a:tc>
                <a:tc rowSpan="2" gridSpan="3">
                  <a:txBody>
                    <a:bodyPr/>
                    <a:lstStyle/>
                    <a:p>
                      <a:pPr algn="ctr"/>
                      <a:r>
                        <a:rPr lang="en-GB" sz="1100"/>
                        <a:t>Evaluation Metrics</a:t>
                      </a:r>
                    </a:p>
                  </a:txBody>
                  <a:tcPr anchor="ctr">
                    <a:solidFill>
                      <a:srgbClr val="330065"/>
                    </a:solidFill>
                  </a:tcPr>
                </a:tc>
                <a:tc rowSpan="2" hMerge="1">
                  <a:txBody>
                    <a:bodyPr/>
                    <a:lstStyle/>
                    <a:p>
                      <a:endParaRPr lang="en-GB"/>
                    </a:p>
                  </a:txBody>
                  <a:tcPr/>
                </a:tc>
                <a:tc rowSpan="2" hMerge="1">
                  <a:txBody>
                    <a:bodyPr/>
                    <a:lstStyle/>
                    <a:p>
                      <a:endParaRPr lang="en-GB"/>
                    </a:p>
                  </a:txBody>
                  <a:tcPr/>
                </a:tc>
                <a:extLst>
                  <a:ext uri="{0D108BD9-81ED-4DB2-BD59-A6C34878D82A}">
                    <a16:rowId xmlns:a16="http://schemas.microsoft.com/office/drawing/2014/main" val="520740286"/>
                  </a:ext>
                </a:extLst>
              </a:tr>
              <a:tr h="262683">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rowSpan="2">
                  <a:txBody>
                    <a:bodyPr/>
                    <a:lstStyle/>
                    <a:p>
                      <a:pPr algn="ctr"/>
                      <a:r>
                        <a:rPr lang="en-GB" sz="1100" b="1">
                          <a:solidFill>
                            <a:schemeClr val="bg1"/>
                          </a:solidFill>
                        </a:rPr>
                        <a:t>RAM</a:t>
                      </a:r>
                    </a:p>
                  </a:txBody>
                  <a:tcPr anchor="ctr">
                    <a:solidFill>
                      <a:srgbClr val="330065"/>
                    </a:solidFill>
                  </a:tcPr>
                </a:tc>
                <a:tc rowSpan="2">
                  <a:txBody>
                    <a:bodyPr/>
                    <a:lstStyle/>
                    <a:p>
                      <a:pPr algn="ctr"/>
                      <a:r>
                        <a:rPr lang="en-GB" sz="1100" b="1">
                          <a:solidFill>
                            <a:schemeClr val="bg1"/>
                          </a:solidFill>
                        </a:rPr>
                        <a:t>Flash</a:t>
                      </a:r>
                    </a:p>
                  </a:txBody>
                  <a:tcPr anchor="ctr">
                    <a:solidFill>
                      <a:srgbClr val="330065"/>
                    </a:solidFill>
                  </a:tcPr>
                </a:tc>
                <a:tc gridSpan="3" vMerge="1">
                  <a:txBody>
                    <a:bodyPr/>
                    <a:lstStyle/>
                    <a:p>
                      <a:endParaRPr lang="en-GB"/>
                    </a:p>
                  </a:txBody>
                  <a:tcPr/>
                </a:tc>
                <a:tc hMerge="1" vMerge="1">
                  <a:txBody>
                    <a:bodyPr/>
                    <a:lstStyle/>
                    <a:p>
                      <a:endParaRPr lang="en-GB"/>
                    </a:p>
                  </a:txBody>
                  <a:tcPr/>
                </a:tc>
                <a:tc hMerge="1" vMerge="1">
                  <a:txBody>
                    <a:bodyPr/>
                    <a:lstStyle/>
                    <a:p>
                      <a:endParaRPr lang="en-GB"/>
                    </a:p>
                  </a:txBody>
                  <a:tcPr/>
                </a:tc>
                <a:extLst>
                  <a:ext uri="{0D108BD9-81ED-4DB2-BD59-A6C34878D82A}">
                    <a16:rowId xmlns:a16="http://schemas.microsoft.com/office/drawing/2014/main" val="551159401"/>
                  </a:ext>
                </a:extLst>
              </a:tr>
              <a:tr h="262683">
                <a:tc vMerge="1">
                  <a:txBody>
                    <a:bodyPr/>
                    <a:lstStyle/>
                    <a:p>
                      <a:pPr algn="ctr"/>
                      <a:endParaRPr lang="en-GB" sz="1100"/>
                    </a:p>
                  </a:txBody>
                  <a:tcPr anchor="ctr">
                    <a:solidFill>
                      <a:srgbClr val="330065"/>
                    </a:solidFill>
                  </a:tcPr>
                </a:tc>
                <a:tc vMerge="1">
                  <a:txBody>
                    <a:bodyPr/>
                    <a:lstStyle/>
                    <a:p>
                      <a:pPr algn="ctr"/>
                      <a:endParaRPr lang="en-GB" sz="1100"/>
                    </a:p>
                  </a:txBody>
                  <a:tcPr anchor="ctr">
                    <a:solidFill>
                      <a:srgbClr val="330065"/>
                    </a:solidFill>
                  </a:tcPr>
                </a:tc>
                <a:tc vMerge="1">
                  <a:txBody>
                    <a:bodyPr/>
                    <a:lstStyle/>
                    <a:p>
                      <a:pPr algn="ctr"/>
                      <a:endParaRPr lang="en-GB" sz="1100"/>
                    </a:p>
                  </a:txBody>
                  <a:tcPr anchor="ctr">
                    <a:solidFill>
                      <a:srgbClr val="330065"/>
                    </a:solidFill>
                  </a:tcPr>
                </a:tc>
                <a:tc vMerge="1">
                  <a:txBody>
                    <a:bodyPr/>
                    <a:lstStyle/>
                    <a:p>
                      <a:pPr algn="ctr"/>
                      <a:endParaRPr lang="en-GB" sz="1100"/>
                    </a:p>
                  </a:txBody>
                  <a:tcPr anchor="ctr">
                    <a:solidFill>
                      <a:srgbClr val="330065"/>
                    </a:solidFill>
                  </a:tcPr>
                </a:tc>
                <a:tc vMerge="1">
                  <a:txBody>
                    <a:bodyPr/>
                    <a:lstStyle/>
                    <a:p>
                      <a:pPr algn="ctr"/>
                      <a:endParaRPr lang="en-GB" sz="1100" b="1">
                        <a:solidFill>
                          <a:schemeClr val="bg1"/>
                        </a:solidFill>
                      </a:endParaRPr>
                    </a:p>
                  </a:txBody>
                  <a:tcPr anchor="ctr">
                    <a:solidFill>
                      <a:srgbClr val="330065"/>
                    </a:solidFill>
                  </a:tcPr>
                </a:tc>
                <a:tc vMerge="1">
                  <a:txBody>
                    <a:bodyPr/>
                    <a:lstStyle/>
                    <a:p>
                      <a:pPr algn="ctr"/>
                      <a:endParaRPr lang="en-GB" sz="1100" b="1">
                        <a:solidFill>
                          <a:schemeClr val="bg1"/>
                        </a:solidFill>
                      </a:endParaRPr>
                    </a:p>
                  </a:txBody>
                  <a:tcPr anchor="ctr">
                    <a:solidFill>
                      <a:srgbClr val="330065"/>
                    </a:solidFill>
                  </a:tcPr>
                </a:tc>
                <a:tc>
                  <a:txBody>
                    <a:bodyPr/>
                    <a:lstStyle/>
                    <a:p>
                      <a:pPr algn="ctr"/>
                      <a:r>
                        <a:rPr lang="en-GB" sz="1100" b="1">
                          <a:solidFill>
                            <a:schemeClr val="bg1"/>
                          </a:solidFill>
                        </a:rPr>
                        <a:t>MAE</a:t>
                      </a:r>
                    </a:p>
                  </a:txBody>
                  <a:tcPr anchor="ctr">
                    <a:solidFill>
                      <a:srgbClr val="330065"/>
                    </a:solidFill>
                  </a:tcPr>
                </a:tc>
                <a:tc>
                  <a:txBody>
                    <a:bodyPr/>
                    <a:lstStyle/>
                    <a:p>
                      <a:pPr algn="ctr"/>
                      <a:r>
                        <a:rPr lang="en-GB" sz="1100" b="1">
                          <a:solidFill>
                            <a:schemeClr val="bg1"/>
                          </a:solidFill>
                        </a:rPr>
                        <a:t>MSE</a:t>
                      </a:r>
                    </a:p>
                  </a:txBody>
                  <a:tcPr anchor="ctr">
                    <a:solidFill>
                      <a:srgbClr val="330065"/>
                    </a:solidFill>
                  </a:tcPr>
                </a:tc>
                <a:tc>
                  <a:txBody>
                    <a:bodyPr/>
                    <a:lstStyle/>
                    <a:p>
                      <a:pPr algn="ctr"/>
                      <a:r>
                        <a:rPr lang="en-GB" sz="1100" b="1">
                          <a:solidFill>
                            <a:schemeClr val="bg1"/>
                          </a:solidFill>
                        </a:rPr>
                        <a:t>RMSE</a:t>
                      </a:r>
                    </a:p>
                  </a:txBody>
                  <a:tcPr anchor="ctr">
                    <a:solidFill>
                      <a:srgbClr val="330065"/>
                    </a:solidFill>
                  </a:tcPr>
                </a:tc>
                <a:extLst>
                  <a:ext uri="{0D108BD9-81ED-4DB2-BD59-A6C34878D82A}">
                    <a16:rowId xmlns:a16="http://schemas.microsoft.com/office/drawing/2014/main" val="3057285726"/>
                  </a:ext>
                </a:extLst>
              </a:tr>
              <a:tr h="618509">
                <a:tc>
                  <a:txBody>
                    <a:bodyPr/>
                    <a:lstStyle/>
                    <a:p>
                      <a:pPr lvl="0" algn="ctr">
                        <a:lnSpc>
                          <a:spcPct val="100000"/>
                        </a:lnSpc>
                      </a:pPr>
                      <a:r>
                        <a:rPr lang="en-GB" sz="1100" b="0"/>
                        <a:t>Case 1:</a:t>
                      </a:r>
                      <a:br>
                        <a:rPr lang="en-GB" sz="1100" b="0"/>
                      </a:br>
                      <a:r>
                        <a:rPr lang="en-GB" sz="1100" b="1" err="1"/>
                        <a:t>CubeIDE</a:t>
                      </a:r>
                      <a:endParaRPr lang="en-GB" sz="1100" b="1"/>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mn-lt"/>
                          <a:ea typeface="+mn-ea"/>
                          <a:cs typeface="+mn-cs"/>
                        </a:rPr>
                        <a:t>M7</a:t>
                      </a:r>
                    </a:p>
                  </a:txBody>
                  <a:tcPr anchor="ctr">
                    <a:solidFill>
                      <a:schemeClr val="accent1">
                        <a:lumMod val="20000"/>
                        <a:lumOff val="80000"/>
                      </a:schemeClr>
                    </a:solidFill>
                  </a:tcPr>
                </a:tc>
                <a:tc>
                  <a:txBody>
                    <a:bodyPr/>
                    <a:lstStyle/>
                    <a:p>
                      <a:pPr lvl="0" algn="ctr">
                        <a:lnSpc>
                          <a:spcPct val="200000"/>
                        </a:lnSpc>
                      </a:pPr>
                      <a:r>
                        <a:rPr lang="en-GB" sz="1100" b="0"/>
                        <a:t>N/A</a:t>
                      </a:r>
                    </a:p>
                  </a:txBody>
                  <a:tcPr anchor="ctr">
                    <a:solidFill>
                      <a:schemeClr val="accent1">
                        <a:lumMod val="20000"/>
                        <a:lumOff val="80000"/>
                      </a:schemeClr>
                    </a:solidFill>
                  </a:tcPr>
                </a:tc>
                <a:tc>
                  <a:txBody>
                    <a:bodyPr/>
                    <a:lstStyle/>
                    <a:p>
                      <a:pPr lvl="0" algn="ctr">
                        <a:lnSpc>
                          <a:spcPct val="200000"/>
                        </a:lnSpc>
                      </a:pPr>
                      <a:r>
                        <a:rPr lang="en-GB" sz="1100" b="0"/>
                        <a:t>234</a:t>
                      </a:r>
                    </a:p>
                  </a:txBody>
                  <a:tcPr anchor="ctr">
                    <a:solidFill>
                      <a:schemeClr val="accent1">
                        <a:lumMod val="20000"/>
                        <a:lumOff val="80000"/>
                      </a:schemeClr>
                    </a:solidFill>
                  </a:tcPr>
                </a:tc>
                <a:tc>
                  <a:txBody>
                    <a:bodyPr/>
                    <a:lstStyle/>
                    <a:p>
                      <a:pPr lvl="0" algn="ctr">
                        <a:lnSpc>
                          <a:spcPct val="200000"/>
                        </a:lnSpc>
                      </a:pPr>
                      <a:r>
                        <a:rPr lang="en-GB" sz="1100" b="0"/>
                        <a:t>20.48</a:t>
                      </a:r>
                    </a:p>
                  </a:txBody>
                  <a:tcPr anchor="ctr">
                    <a:solidFill>
                      <a:schemeClr val="accent1">
                        <a:lumMod val="20000"/>
                        <a:lumOff val="80000"/>
                      </a:schemeClr>
                    </a:solidFill>
                  </a:tcPr>
                </a:tc>
                <a:tc>
                  <a:txBody>
                    <a:bodyPr/>
                    <a:lstStyle/>
                    <a:p>
                      <a:pPr lvl="0" algn="ctr">
                        <a:lnSpc>
                          <a:spcPct val="200000"/>
                        </a:lnSpc>
                      </a:pPr>
                      <a:r>
                        <a:rPr lang="en-GB" sz="1100" b="0"/>
                        <a:t>107.59</a:t>
                      </a:r>
                    </a:p>
                  </a:txBody>
                  <a:tcPr anchor="ctr">
                    <a:solidFill>
                      <a:schemeClr val="accent1">
                        <a:lumMod val="20000"/>
                        <a:lumOff val="80000"/>
                      </a:schemeClr>
                    </a:solidFill>
                  </a:tcPr>
                </a:tc>
                <a:tc>
                  <a:txBody>
                    <a:bodyPr/>
                    <a:lstStyle/>
                    <a:p>
                      <a:pPr lvl="0" algn="ctr">
                        <a:lnSpc>
                          <a:spcPct val="200000"/>
                        </a:lnSpc>
                      </a:pPr>
                      <a:r>
                        <a:rPr lang="en-GB" sz="1100" b="0"/>
                        <a:t>0.0562</a:t>
                      </a:r>
                    </a:p>
                  </a:txBody>
                  <a:tcPr anchor="ctr">
                    <a:solidFill>
                      <a:schemeClr val="accent1">
                        <a:lumMod val="20000"/>
                        <a:lumOff val="80000"/>
                      </a:schemeClr>
                    </a:solidFill>
                  </a:tcPr>
                </a:tc>
                <a:tc>
                  <a:txBody>
                    <a:bodyPr/>
                    <a:lstStyle/>
                    <a:p>
                      <a:pPr lvl="0" algn="ctr">
                        <a:lnSpc>
                          <a:spcPct val="200000"/>
                        </a:lnSpc>
                      </a:pPr>
                      <a:r>
                        <a:rPr lang="en-GB" sz="1100" b="0"/>
                        <a:t>0.0043</a:t>
                      </a:r>
                    </a:p>
                  </a:txBody>
                  <a:tcPr anchor="ctr">
                    <a:solidFill>
                      <a:schemeClr val="accent1">
                        <a:lumMod val="20000"/>
                        <a:lumOff val="80000"/>
                      </a:schemeClr>
                    </a:solidFill>
                  </a:tcPr>
                </a:tc>
                <a:tc>
                  <a:txBody>
                    <a:bodyPr/>
                    <a:lstStyle/>
                    <a:p>
                      <a:pPr lvl="0" algn="ctr">
                        <a:lnSpc>
                          <a:spcPct val="200000"/>
                        </a:lnSpc>
                      </a:pPr>
                      <a:r>
                        <a:rPr lang="en-GB" sz="1100" b="0"/>
                        <a:t>0.0659</a:t>
                      </a:r>
                    </a:p>
                  </a:txBody>
                  <a:tcPr anchor="ctr">
                    <a:solidFill>
                      <a:schemeClr val="accent1">
                        <a:lumMod val="20000"/>
                        <a:lumOff val="80000"/>
                      </a:schemeClr>
                    </a:solidFill>
                  </a:tcPr>
                </a:tc>
                <a:extLst>
                  <a:ext uri="{0D108BD9-81ED-4DB2-BD59-A6C34878D82A}">
                    <a16:rowId xmlns:a16="http://schemas.microsoft.com/office/drawing/2014/main" val="1425922779"/>
                  </a:ext>
                </a:extLst>
              </a:tr>
              <a:tr h="618509">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100" b="0"/>
                        <a:t>Case 2:</a:t>
                      </a:r>
                      <a:endParaRPr kumimoji="0" lang="en-GB" sz="1100" b="1" i="0" u="none" strike="noStrike" kern="1200" cap="none" spc="0" normalizeH="0" baseline="0" noProof="0">
                        <a:ln>
                          <a:noFill/>
                        </a:ln>
                        <a:solidFill>
                          <a:prstClr val="black"/>
                        </a:solidFill>
                        <a:effectLst/>
                        <a:uLnTx/>
                        <a:uFillTx/>
                        <a:latin typeface="+mn-lt"/>
                        <a:ea typeface="+mn-ea"/>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err="1">
                          <a:ln>
                            <a:noFill/>
                          </a:ln>
                          <a:solidFill>
                            <a:prstClr val="black"/>
                          </a:solidFill>
                          <a:effectLst/>
                          <a:uLnTx/>
                          <a:uFillTx/>
                          <a:latin typeface="+mn-lt"/>
                          <a:ea typeface="+mn-ea"/>
                          <a:cs typeface="+mn-cs"/>
                        </a:rPr>
                        <a:t>CubeAI</a:t>
                      </a:r>
                      <a:endParaRPr kumimoji="0" lang="en-GB" sz="1100" b="1" i="0" u="none" strike="noStrike" kern="1200" cap="none" spc="0" normalizeH="0" baseline="0" noProof="0">
                        <a:ln>
                          <a:noFill/>
                        </a:ln>
                        <a:solidFill>
                          <a:prstClr val="black"/>
                        </a:solidFill>
                        <a:effectLst/>
                        <a:uLnTx/>
                        <a:uFillTx/>
                        <a:latin typeface="+mn-lt"/>
                        <a:ea typeface="+mn-ea"/>
                        <a:cs typeface="+mn-cs"/>
                      </a:endParaRPr>
                    </a:p>
                  </a:txBody>
                  <a:tcPr anchor="ctr">
                    <a:solidFill>
                      <a:schemeClr val="accent1">
                        <a:lumMod val="20000"/>
                        <a:lumOff val="80000"/>
                      </a:schemeClr>
                    </a:solidFill>
                  </a:tcPr>
                </a:tc>
                <a:tc>
                  <a:txBody>
                    <a:bodyPr/>
                    <a:lstStyle/>
                    <a:p>
                      <a:pPr lvl="0" algn="ctr">
                        <a:lnSpc>
                          <a:spcPct val="200000"/>
                        </a:lnSpc>
                      </a:pPr>
                      <a:r>
                        <a:rPr lang="en-GB" sz="1100" b="0"/>
                        <a:t>M7</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200000"/>
                        </a:lnSpc>
                        <a:spcBef>
                          <a:spcPts val="0"/>
                        </a:spcBef>
                        <a:spcAft>
                          <a:spcPts val="0"/>
                        </a:spcAft>
                        <a:buClrTx/>
                        <a:buSzTx/>
                        <a:buFontTx/>
                        <a:buNone/>
                        <a:tabLst/>
                        <a:defRPr/>
                      </a:pPr>
                      <a:r>
                        <a:rPr lang="en-GB" sz="1100" b="0"/>
                        <a:t>N/A</a:t>
                      </a:r>
                    </a:p>
                  </a:txBody>
                  <a:tcPr anchor="ctr">
                    <a:solidFill>
                      <a:schemeClr val="accent1">
                        <a:lumMod val="20000"/>
                        <a:lumOff val="80000"/>
                      </a:schemeClr>
                    </a:solidFill>
                  </a:tcPr>
                </a:tc>
                <a:tc>
                  <a:txBody>
                    <a:bodyPr/>
                    <a:lstStyle/>
                    <a:p>
                      <a:pPr lvl="0" algn="ctr">
                        <a:lnSpc>
                          <a:spcPct val="200000"/>
                        </a:lnSpc>
                      </a:pPr>
                      <a:r>
                        <a:rPr lang="en-GB" sz="1100" b="0"/>
                        <a:t>89</a:t>
                      </a:r>
                    </a:p>
                  </a:txBody>
                  <a:tcPr anchor="ctr">
                    <a:solidFill>
                      <a:schemeClr val="accent1">
                        <a:lumMod val="20000"/>
                        <a:lumOff val="80000"/>
                      </a:schemeClr>
                    </a:solidFill>
                  </a:tcPr>
                </a:tc>
                <a:tc>
                  <a:txBody>
                    <a:bodyPr/>
                    <a:lstStyle/>
                    <a:p>
                      <a:pPr lvl="0" algn="ctr">
                        <a:lnSpc>
                          <a:spcPct val="200000"/>
                        </a:lnSpc>
                      </a:pPr>
                      <a:r>
                        <a:rPr lang="en-GB" sz="1100" b="0"/>
                        <a:t>8.14</a:t>
                      </a:r>
                    </a:p>
                  </a:txBody>
                  <a:tcPr anchor="ctr">
                    <a:solidFill>
                      <a:schemeClr val="accent1">
                        <a:lumMod val="20000"/>
                        <a:lumOff val="80000"/>
                      </a:schemeClr>
                    </a:solidFill>
                  </a:tcPr>
                </a:tc>
                <a:tc>
                  <a:txBody>
                    <a:bodyPr/>
                    <a:lstStyle/>
                    <a:p>
                      <a:pPr lvl="0" algn="ctr">
                        <a:lnSpc>
                          <a:spcPct val="200000"/>
                        </a:lnSpc>
                      </a:pPr>
                      <a:r>
                        <a:rPr lang="en-GB" sz="1100" b="0"/>
                        <a:t>48.16</a:t>
                      </a:r>
                    </a:p>
                  </a:txBody>
                  <a:tcPr anchor="ctr">
                    <a:solidFill>
                      <a:schemeClr val="accent1">
                        <a:lumMod val="20000"/>
                        <a:lumOff val="80000"/>
                      </a:schemeClr>
                    </a:solidFill>
                  </a:tcPr>
                </a:tc>
                <a:tc>
                  <a:txBody>
                    <a:bodyPr/>
                    <a:lstStyle/>
                    <a:p>
                      <a:pPr lvl="0" algn="ctr">
                        <a:lnSpc>
                          <a:spcPct val="200000"/>
                        </a:lnSpc>
                      </a:pPr>
                      <a:r>
                        <a:rPr lang="en-GB" sz="1100" b="0"/>
                        <a:t>0.0266</a:t>
                      </a:r>
                    </a:p>
                  </a:txBody>
                  <a:tcPr anchor="ctr">
                    <a:solidFill>
                      <a:schemeClr val="accent1">
                        <a:lumMod val="20000"/>
                        <a:lumOff val="80000"/>
                      </a:schemeClr>
                    </a:solidFill>
                  </a:tcPr>
                </a:tc>
                <a:tc>
                  <a:txBody>
                    <a:bodyPr/>
                    <a:lstStyle/>
                    <a:p>
                      <a:pPr lvl="0" algn="ctr">
                        <a:lnSpc>
                          <a:spcPct val="200000"/>
                        </a:lnSpc>
                      </a:pPr>
                      <a:r>
                        <a:rPr lang="en-GB" sz="1100" b="0"/>
                        <a:t>0.0012</a:t>
                      </a:r>
                    </a:p>
                  </a:txBody>
                  <a:tcPr anchor="ctr">
                    <a:solidFill>
                      <a:schemeClr val="accent1">
                        <a:lumMod val="20000"/>
                        <a:lumOff val="80000"/>
                      </a:schemeClr>
                    </a:solidFill>
                  </a:tcPr>
                </a:tc>
                <a:tc>
                  <a:txBody>
                    <a:bodyPr/>
                    <a:lstStyle/>
                    <a:p>
                      <a:pPr lvl="0" algn="ctr">
                        <a:lnSpc>
                          <a:spcPct val="200000"/>
                        </a:lnSpc>
                      </a:pPr>
                      <a:r>
                        <a:rPr lang="en-GB" sz="1100"/>
                        <a:t>0.0347</a:t>
                      </a:r>
                    </a:p>
                  </a:txBody>
                  <a:tcPr anchor="ctr">
                    <a:solidFill>
                      <a:schemeClr val="accent1">
                        <a:lumMod val="20000"/>
                        <a:lumOff val="80000"/>
                      </a:schemeClr>
                    </a:solidFill>
                  </a:tcPr>
                </a:tc>
                <a:extLst>
                  <a:ext uri="{0D108BD9-81ED-4DB2-BD59-A6C34878D82A}">
                    <a16:rowId xmlns:a16="http://schemas.microsoft.com/office/drawing/2014/main" val="2427086366"/>
                  </a:ext>
                </a:extLst>
              </a:tr>
              <a:tr h="618509">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mn-lt"/>
                          <a:ea typeface="+mn-ea"/>
                          <a:cs typeface="+mn-cs"/>
                        </a:rPr>
                        <a:t>Case 3:</a:t>
                      </a:r>
                      <a:br>
                        <a:rPr kumimoji="0" lang="en-GB" sz="1100" b="0" i="0" u="none" strike="noStrike" kern="1200" cap="none" spc="0" normalizeH="0" baseline="0" noProof="0">
                          <a:ln>
                            <a:noFill/>
                          </a:ln>
                          <a:solidFill>
                            <a:prstClr val="black"/>
                          </a:solidFill>
                          <a:effectLst/>
                          <a:uLnTx/>
                          <a:uFillTx/>
                          <a:latin typeface="+mn-lt"/>
                          <a:ea typeface="+mn-ea"/>
                          <a:cs typeface="+mn-cs"/>
                        </a:rPr>
                      </a:br>
                      <a:r>
                        <a:rPr kumimoji="0" lang="en-GB" sz="1100" b="1" i="0" u="none" strike="noStrike" kern="1200" cap="none" spc="0" normalizeH="0" baseline="0" noProof="0">
                          <a:ln>
                            <a:noFill/>
                          </a:ln>
                          <a:solidFill>
                            <a:prstClr val="black"/>
                          </a:solidFill>
                          <a:effectLst/>
                          <a:uLnTx/>
                          <a:uFillTx/>
                          <a:latin typeface="+mn-lt"/>
                          <a:ea typeface="+mn-ea"/>
                          <a:cs typeface="+mn-cs"/>
                        </a:rPr>
                        <a:t>ST Edge AI</a:t>
                      </a:r>
                    </a:p>
                  </a:txBody>
                  <a:tcPr anchor="ctr">
                    <a:solidFill>
                      <a:schemeClr val="accent1">
                        <a:lumMod val="20000"/>
                        <a:lumOff val="80000"/>
                      </a:schemeClr>
                    </a:solidFill>
                  </a:tcPr>
                </a:tc>
                <a:tc>
                  <a:txBody>
                    <a:bodyPr/>
                    <a:lstStyle/>
                    <a:p>
                      <a:pPr lvl="0" algn="ctr">
                        <a:lnSpc>
                          <a:spcPct val="200000"/>
                        </a:lnSpc>
                      </a:pPr>
                      <a:r>
                        <a:rPr lang="en-GB" sz="1100" b="0"/>
                        <a:t>M7</a:t>
                      </a:r>
                    </a:p>
                  </a:txBody>
                  <a:tcPr anchor="ctr">
                    <a:solidFill>
                      <a:schemeClr val="accent1">
                        <a:lumMod val="20000"/>
                        <a:lumOff val="80000"/>
                      </a:schemeClr>
                    </a:solidFill>
                  </a:tcPr>
                </a:tc>
                <a:tc>
                  <a:txBody>
                    <a:bodyPr/>
                    <a:lstStyle/>
                    <a:p>
                      <a:pPr lvl="0" algn="ctr">
                        <a:lnSpc>
                          <a:spcPct val="200000"/>
                        </a:lnSpc>
                      </a:pPr>
                      <a:r>
                        <a:rPr lang="en-GB" sz="1100" b="0"/>
                        <a:t>Time</a:t>
                      </a:r>
                    </a:p>
                  </a:txBody>
                  <a:tcPr anchor="ctr">
                    <a:solidFill>
                      <a:schemeClr val="accent1">
                        <a:lumMod val="20000"/>
                        <a:lumOff val="80000"/>
                      </a:schemeClr>
                    </a:solidFill>
                  </a:tcPr>
                </a:tc>
                <a:tc>
                  <a:txBody>
                    <a:bodyPr/>
                    <a:lstStyle/>
                    <a:p>
                      <a:pPr lvl="0" algn="ctr">
                        <a:lnSpc>
                          <a:spcPct val="200000"/>
                        </a:lnSpc>
                      </a:pPr>
                      <a:r>
                        <a:rPr lang="en-GB" sz="1100" b="0"/>
                        <a:t>85</a:t>
                      </a:r>
                    </a:p>
                  </a:txBody>
                  <a:tcPr anchor="ctr">
                    <a:solidFill>
                      <a:schemeClr val="accent1">
                        <a:lumMod val="20000"/>
                        <a:lumOff val="80000"/>
                      </a:schemeClr>
                    </a:solidFill>
                  </a:tcPr>
                </a:tc>
                <a:tc>
                  <a:txBody>
                    <a:bodyPr/>
                    <a:lstStyle/>
                    <a:p>
                      <a:pPr lvl="0" algn="ctr">
                        <a:lnSpc>
                          <a:spcPct val="200000"/>
                        </a:lnSpc>
                      </a:pPr>
                      <a:r>
                        <a:rPr lang="en-GB" sz="1100" b="0"/>
                        <a:t>12.04 </a:t>
                      </a:r>
                    </a:p>
                  </a:txBody>
                  <a:tcPr anchor="ctr">
                    <a:solidFill>
                      <a:schemeClr val="accent1">
                        <a:lumMod val="20000"/>
                        <a:lumOff val="80000"/>
                      </a:schemeClr>
                    </a:solidFill>
                  </a:tcPr>
                </a:tc>
                <a:tc>
                  <a:txBody>
                    <a:bodyPr/>
                    <a:lstStyle/>
                    <a:p>
                      <a:pPr lvl="0" algn="ctr">
                        <a:lnSpc>
                          <a:spcPct val="200000"/>
                        </a:lnSpc>
                      </a:pPr>
                      <a:r>
                        <a:rPr lang="en-GB" sz="1100" b="0"/>
                        <a:t>55.08 </a:t>
                      </a:r>
                    </a:p>
                  </a:txBody>
                  <a:tcPr anchor="ctr">
                    <a:solidFill>
                      <a:schemeClr val="accent1">
                        <a:lumMod val="20000"/>
                        <a:lumOff val="80000"/>
                      </a:schemeClr>
                    </a:solidFill>
                  </a:tcPr>
                </a:tc>
                <a:tc>
                  <a:txBody>
                    <a:bodyPr/>
                    <a:lstStyle/>
                    <a:p>
                      <a:pPr lvl="0" algn="ctr">
                        <a:lnSpc>
                          <a:spcPct val="200000"/>
                        </a:lnSpc>
                      </a:pPr>
                      <a:r>
                        <a:rPr lang="en-GB" sz="1100" b="0"/>
                        <a:t>0.0562</a:t>
                      </a:r>
                    </a:p>
                  </a:txBody>
                  <a:tcPr anchor="ctr">
                    <a:solidFill>
                      <a:schemeClr val="accent1">
                        <a:lumMod val="20000"/>
                        <a:lumOff val="80000"/>
                      </a:schemeClr>
                    </a:solidFill>
                  </a:tcPr>
                </a:tc>
                <a:tc>
                  <a:txBody>
                    <a:bodyPr/>
                    <a:lstStyle/>
                    <a:p>
                      <a:pPr lvl="0" algn="ctr">
                        <a:lnSpc>
                          <a:spcPct val="200000"/>
                        </a:lnSpc>
                      </a:pPr>
                      <a:r>
                        <a:rPr lang="en-GB" sz="1100" b="0"/>
                        <a:t>0.0043</a:t>
                      </a:r>
                    </a:p>
                  </a:txBody>
                  <a:tcPr anchor="ctr">
                    <a:solidFill>
                      <a:schemeClr val="accent1">
                        <a:lumMod val="20000"/>
                        <a:lumOff val="80000"/>
                      </a:schemeClr>
                    </a:solidFill>
                  </a:tcPr>
                </a:tc>
                <a:tc>
                  <a:txBody>
                    <a:bodyPr/>
                    <a:lstStyle/>
                    <a:p>
                      <a:pPr lvl="0" algn="ctr">
                        <a:lnSpc>
                          <a:spcPct val="200000"/>
                        </a:lnSpc>
                      </a:pPr>
                      <a:r>
                        <a:rPr lang="en-GB" sz="1100" b="0"/>
                        <a:t>0.0659</a:t>
                      </a:r>
                    </a:p>
                  </a:txBody>
                  <a:tcPr anchor="ctr">
                    <a:solidFill>
                      <a:schemeClr val="accent1">
                        <a:lumMod val="20000"/>
                        <a:lumOff val="80000"/>
                      </a:schemeClr>
                    </a:solidFill>
                  </a:tcPr>
                </a:tc>
                <a:extLst>
                  <a:ext uri="{0D108BD9-81ED-4DB2-BD59-A6C34878D82A}">
                    <a16:rowId xmlns:a16="http://schemas.microsoft.com/office/drawing/2014/main" val="4185432339"/>
                  </a:ext>
                </a:extLst>
              </a:tr>
            </a:tbl>
          </a:graphicData>
        </a:graphic>
      </p:graphicFrame>
      <p:sp>
        <p:nvSpPr>
          <p:cNvPr id="6" name="TextBox 5">
            <a:extLst>
              <a:ext uri="{FF2B5EF4-FFF2-40B4-BE49-F238E27FC236}">
                <a16:creationId xmlns:a16="http://schemas.microsoft.com/office/drawing/2014/main" id="{42492AD3-5B45-4727-10D2-8E458754D9DA}"/>
              </a:ext>
            </a:extLst>
          </p:cNvPr>
          <p:cNvSpPr txBox="1"/>
          <p:nvPr/>
        </p:nvSpPr>
        <p:spPr>
          <a:xfrm>
            <a:off x="0" y="854968"/>
            <a:ext cx="2554775" cy="369332"/>
          </a:xfrm>
          <a:prstGeom prst="rect">
            <a:avLst/>
          </a:prstGeom>
          <a:noFill/>
        </p:spPr>
        <p:txBody>
          <a:bodyPr wrap="square" rtlCol="0">
            <a:spAutoFit/>
          </a:bodyPr>
          <a:lstStyle/>
          <a:p>
            <a:pPr algn="ctr"/>
            <a:r>
              <a:rPr lang="en-GB" b="1">
                <a:solidFill>
                  <a:srgbClr val="330065"/>
                </a:solidFill>
              </a:rPr>
              <a:t>Summary of Results</a:t>
            </a:r>
          </a:p>
        </p:txBody>
      </p:sp>
      <p:sp>
        <p:nvSpPr>
          <p:cNvPr id="3" name="TextBox 2">
            <a:extLst>
              <a:ext uri="{FF2B5EF4-FFF2-40B4-BE49-F238E27FC236}">
                <a16:creationId xmlns:a16="http://schemas.microsoft.com/office/drawing/2014/main" id="{FDAF0270-562C-9A4B-547D-9AB6A2C5A5DC}"/>
              </a:ext>
            </a:extLst>
          </p:cNvPr>
          <p:cNvSpPr txBox="1"/>
          <p:nvPr/>
        </p:nvSpPr>
        <p:spPr>
          <a:xfrm>
            <a:off x="679938" y="4034718"/>
            <a:ext cx="9847385" cy="1754326"/>
          </a:xfrm>
          <a:prstGeom prst="rect">
            <a:avLst/>
          </a:prstGeom>
          <a:noFill/>
        </p:spPr>
        <p:txBody>
          <a:bodyPr wrap="square" rtlCol="0">
            <a:spAutoFit/>
          </a:bodyPr>
          <a:lstStyle/>
          <a:p>
            <a:pPr marL="285750" indent="-285750" algn="ctr">
              <a:buFont typeface="Arial" panose="020B0604020202020204" pitchFamily="34" charset="0"/>
              <a:buChar char="•"/>
            </a:pPr>
            <a:r>
              <a:rPr lang="en-GB"/>
              <a:t>CubeAI was 62.00% faster then the baseline</a:t>
            </a:r>
          </a:p>
          <a:p>
            <a:pPr algn="ctr"/>
            <a:endParaRPr lang="en-GB"/>
          </a:p>
          <a:p>
            <a:pPr marL="285750" indent="-285750" algn="ctr">
              <a:buFont typeface="Arial" panose="020B0604020202020204" pitchFamily="34" charset="0"/>
              <a:buChar char="•"/>
            </a:pPr>
            <a:r>
              <a:rPr lang="en-GB"/>
              <a:t>ST Edge AI was 63.70% faster then the baseline.</a:t>
            </a:r>
          </a:p>
          <a:p>
            <a:pPr marL="285750" indent="-285750" algn="ctr">
              <a:buFont typeface="Arial" panose="020B0604020202020204" pitchFamily="34" charset="0"/>
              <a:buChar char="•"/>
            </a:pPr>
            <a:endParaRPr lang="en-GB"/>
          </a:p>
          <a:p>
            <a:pPr marL="285750" indent="-285750" algn="ctr">
              <a:buFont typeface="Arial" panose="020B0604020202020204" pitchFamily="34" charset="0"/>
              <a:buChar char="•"/>
            </a:pPr>
            <a:r>
              <a:rPr lang="en-GB"/>
              <a:t>4.60% reduction in inference time between ST Edge AI and CubeAI</a:t>
            </a:r>
          </a:p>
          <a:p>
            <a:pPr algn="ctr"/>
            <a:endParaRPr lang="en-GB"/>
          </a:p>
        </p:txBody>
      </p:sp>
    </p:spTree>
    <p:extLst>
      <p:ext uri="{BB962C8B-B14F-4D97-AF65-F5344CB8AC3E}">
        <p14:creationId xmlns:p14="http://schemas.microsoft.com/office/powerpoint/2010/main" val="3988313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499AF-5ED4-A007-0382-4078298E6AF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54066F-8713-AA92-F468-08025EFAB67F}"/>
              </a:ext>
            </a:extLst>
          </p:cNvPr>
          <p:cNvSpPr txBox="1"/>
          <p:nvPr/>
        </p:nvSpPr>
        <p:spPr>
          <a:xfrm>
            <a:off x="0" y="670302"/>
            <a:ext cx="1045030" cy="369332"/>
          </a:xfrm>
          <a:prstGeom prst="rect">
            <a:avLst/>
          </a:prstGeom>
          <a:noFill/>
        </p:spPr>
        <p:txBody>
          <a:bodyPr wrap="square" rtlCol="0">
            <a:spAutoFit/>
          </a:bodyPr>
          <a:lstStyle/>
          <a:p>
            <a:pPr algn="ctr"/>
            <a:r>
              <a:rPr lang="en-GB" b="1">
                <a:solidFill>
                  <a:srgbClr val="330065"/>
                </a:solidFill>
              </a:rPr>
              <a:t>Case 1</a:t>
            </a:r>
          </a:p>
        </p:txBody>
      </p:sp>
      <p:pic>
        <p:nvPicPr>
          <p:cNvPr id="2" name="Picture 1">
            <a:extLst>
              <a:ext uri="{FF2B5EF4-FFF2-40B4-BE49-F238E27FC236}">
                <a16:creationId xmlns:a16="http://schemas.microsoft.com/office/drawing/2014/main" id="{AB353121-566E-6C52-D8DA-AC46C0F8F1D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9900" y="1039634"/>
            <a:ext cx="1253490" cy="4577336"/>
          </a:xfrm>
          <a:prstGeom prst="rect">
            <a:avLst/>
          </a:prstGeom>
          <a:noFill/>
          <a:ln>
            <a:noFill/>
          </a:ln>
        </p:spPr>
      </p:pic>
      <p:sp>
        <p:nvSpPr>
          <p:cNvPr id="8" name="Title 1">
            <a:extLst>
              <a:ext uri="{FF2B5EF4-FFF2-40B4-BE49-F238E27FC236}">
                <a16:creationId xmlns:a16="http://schemas.microsoft.com/office/drawing/2014/main" id="{8DAA02F5-C6D8-8073-4804-C9DBA82512FA}"/>
              </a:ext>
            </a:extLst>
          </p:cNvPr>
          <p:cNvSpPr>
            <a:spLocks noGrp="1"/>
          </p:cNvSpPr>
          <p:nvPr>
            <p:ph type="title"/>
          </p:nvPr>
        </p:nvSpPr>
        <p:spPr>
          <a:xfrm>
            <a:off x="0" y="0"/>
            <a:ext cx="12192000" cy="854968"/>
          </a:xfrm>
        </p:spPr>
        <p:txBody>
          <a:bodyPr>
            <a:noAutofit/>
          </a:bodyPr>
          <a:lstStyle/>
          <a:p>
            <a:r>
              <a:rPr lang="en-GB" sz="2800"/>
              <a:t>Part 3 - Training and Development of a Sine-Wave Model</a:t>
            </a:r>
          </a:p>
        </p:txBody>
      </p:sp>
      <p:graphicFrame>
        <p:nvGraphicFramePr>
          <p:cNvPr id="4" name="Table 3">
            <a:extLst>
              <a:ext uri="{FF2B5EF4-FFF2-40B4-BE49-F238E27FC236}">
                <a16:creationId xmlns:a16="http://schemas.microsoft.com/office/drawing/2014/main" id="{86747CAC-E44F-3D7F-C6B5-9BE4E63C586B}"/>
              </a:ext>
            </a:extLst>
          </p:cNvPr>
          <p:cNvGraphicFramePr>
            <a:graphicFrameLocks noGrp="1"/>
          </p:cNvGraphicFramePr>
          <p:nvPr>
            <p:extLst>
              <p:ext uri="{D42A27DB-BD31-4B8C-83A1-F6EECF244321}">
                <p14:modId xmlns:p14="http://schemas.microsoft.com/office/powerpoint/2010/main" val="3528196366"/>
              </p:ext>
            </p:extLst>
          </p:nvPr>
        </p:nvGraphicFramePr>
        <p:xfrm>
          <a:off x="1735730" y="4121369"/>
          <a:ext cx="10156370" cy="1643310"/>
        </p:xfrm>
        <a:graphic>
          <a:graphicData uri="http://schemas.openxmlformats.org/drawingml/2006/table">
            <a:tbl>
              <a:tblPr firstRow="1" bandRow="1">
                <a:tableStyleId>{5C22544A-7EE6-4342-B048-85BDC9FD1C3A}</a:tableStyleId>
              </a:tblPr>
              <a:tblGrid>
                <a:gridCol w="2108868">
                  <a:extLst>
                    <a:ext uri="{9D8B030D-6E8A-4147-A177-3AD203B41FA5}">
                      <a16:colId xmlns:a16="http://schemas.microsoft.com/office/drawing/2014/main" val="2561705747"/>
                    </a:ext>
                  </a:extLst>
                </a:gridCol>
                <a:gridCol w="1453079">
                  <a:extLst>
                    <a:ext uri="{9D8B030D-6E8A-4147-A177-3AD203B41FA5}">
                      <a16:colId xmlns:a16="http://schemas.microsoft.com/office/drawing/2014/main" val="3581294744"/>
                    </a:ext>
                  </a:extLst>
                </a:gridCol>
                <a:gridCol w="1631159">
                  <a:extLst>
                    <a:ext uri="{9D8B030D-6E8A-4147-A177-3AD203B41FA5}">
                      <a16:colId xmlns:a16="http://schemas.microsoft.com/office/drawing/2014/main" val="1205690839"/>
                    </a:ext>
                  </a:extLst>
                </a:gridCol>
                <a:gridCol w="1089185">
                  <a:extLst>
                    <a:ext uri="{9D8B030D-6E8A-4147-A177-3AD203B41FA5}">
                      <a16:colId xmlns:a16="http://schemas.microsoft.com/office/drawing/2014/main" val="1467056660"/>
                    </a:ext>
                  </a:extLst>
                </a:gridCol>
                <a:gridCol w="837639">
                  <a:extLst>
                    <a:ext uri="{9D8B030D-6E8A-4147-A177-3AD203B41FA5}">
                      <a16:colId xmlns:a16="http://schemas.microsoft.com/office/drawing/2014/main" val="3487223262"/>
                    </a:ext>
                  </a:extLst>
                </a:gridCol>
                <a:gridCol w="743405">
                  <a:extLst>
                    <a:ext uri="{9D8B030D-6E8A-4147-A177-3AD203B41FA5}">
                      <a16:colId xmlns:a16="http://schemas.microsoft.com/office/drawing/2014/main" val="301501788"/>
                    </a:ext>
                  </a:extLst>
                </a:gridCol>
                <a:gridCol w="743404">
                  <a:extLst>
                    <a:ext uri="{9D8B030D-6E8A-4147-A177-3AD203B41FA5}">
                      <a16:colId xmlns:a16="http://schemas.microsoft.com/office/drawing/2014/main" val="1249422757"/>
                    </a:ext>
                  </a:extLst>
                </a:gridCol>
                <a:gridCol w="816698">
                  <a:extLst>
                    <a:ext uri="{9D8B030D-6E8A-4147-A177-3AD203B41FA5}">
                      <a16:colId xmlns:a16="http://schemas.microsoft.com/office/drawing/2014/main" val="2782527184"/>
                    </a:ext>
                  </a:extLst>
                </a:gridCol>
                <a:gridCol w="732933">
                  <a:extLst>
                    <a:ext uri="{9D8B030D-6E8A-4147-A177-3AD203B41FA5}">
                      <a16:colId xmlns:a16="http://schemas.microsoft.com/office/drawing/2014/main" val="1690209858"/>
                    </a:ext>
                  </a:extLst>
                </a:gridCol>
              </a:tblGrid>
              <a:tr h="422306">
                <a:tc rowSpan="3">
                  <a:txBody>
                    <a:bodyPr/>
                    <a:lstStyle/>
                    <a:p>
                      <a:pPr algn="ctr"/>
                      <a:r>
                        <a:rPr lang="en-GB" sz="1100"/>
                        <a:t>Deployment</a:t>
                      </a:r>
                    </a:p>
                  </a:txBody>
                  <a:tcPr anchor="ctr">
                    <a:solidFill>
                      <a:srgbClr val="330065"/>
                    </a:solidFill>
                  </a:tcPr>
                </a:tc>
                <a:tc rowSpan="3">
                  <a:txBody>
                    <a:bodyPr/>
                    <a:lstStyle/>
                    <a:p>
                      <a:pPr algn="ctr"/>
                      <a:r>
                        <a:rPr lang="en-GB" sz="1100"/>
                        <a:t>Processor</a:t>
                      </a:r>
                    </a:p>
                  </a:txBody>
                  <a:tcPr anchor="ctr">
                    <a:solidFill>
                      <a:srgbClr val="330065"/>
                    </a:solidFill>
                  </a:tcPr>
                </a:tc>
                <a:tc rowSpan="3">
                  <a:txBody>
                    <a:bodyPr/>
                    <a:lstStyle/>
                    <a:p>
                      <a:pPr algn="ctr"/>
                      <a:r>
                        <a:rPr lang="en-GB" sz="1100"/>
                        <a:t>Optimisation</a:t>
                      </a:r>
                    </a:p>
                  </a:txBody>
                  <a:tcPr anchor="ctr">
                    <a:solidFill>
                      <a:srgbClr val="330065"/>
                    </a:solidFill>
                  </a:tcPr>
                </a:tc>
                <a:tc rowSpan="3">
                  <a:txBody>
                    <a:bodyPr/>
                    <a:lstStyle/>
                    <a:p>
                      <a:pPr algn="ctr"/>
                      <a:r>
                        <a:rPr lang="en-GB" sz="1100"/>
                        <a:t>Av. Inference Time (</a:t>
                      </a:r>
                      <a:r>
                        <a:rPr lang="el-GR" sz="1100" b="1" i="0" kern="1200">
                          <a:solidFill>
                            <a:schemeClr val="lt1"/>
                          </a:solidFill>
                          <a:effectLst/>
                          <a:latin typeface="+mn-lt"/>
                          <a:ea typeface="+mn-ea"/>
                          <a:cs typeface="+mn-cs"/>
                        </a:rPr>
                        <a:t>μ</a:t>
                      </a:r>
                      <a:r>
                        <a:rPr lang="en-GB" sz="1100" b="1" i="0" kern="1200">
                          <a:solidFill>
                            <a:schemeClr val="lt1"/>
                          </a:solidFill>
                          <a:effectLst/>
                          <a:latin typeface="+mn-lt"/>
                          <a:ea typeface="+mn-ea"/>
                          <a:cs typeface="+mn-cs"/>
                        </a:rPr>
                        <a:t>s</a:t>
                      </a:r>
                      <a:r>
                        <a:rPr lang="en-GB" sz="1100" b="0" i="0" kern="1200">
                          <a:solidFill>
                            <a:schemeClr val="lt1"/>
                          </a:solidFill>
                          <a:effectLst/>
                          <a:latin typeface="+mn-lt"/>
                          <a:ea typeface="+mn-ea"/>
                          <a:cs typeface="+mn-cs"/>
                        </a:rPr>
                        <a:t>)</a:t>
                      </a:r>
                      <a:endParaRPr lang="en-GB" sz="1100"/>
                    </a:p>
                  </a:txBody>
                  <a:tcPr anchor="ctr">
                    <a:solidFill>
                      <a:srgbClr val="330065"/>
                    </a:solidFill>
                  </a:tcPr>
                </a:tc>
                <a:tc gridSpan="2">
                  <a:txBody>
                    <a:bodyPr/>
                    <a:lstStyle/>
                    <a:p>
                      <a:pPr algn="ctr"/>
                      <a:r>
                        <a:rPr lang="en-GB" sz="1100"/>
                        <a:t>Memory Utilisation (KB)</a:t>
                      </a:r>
                    </a:p>
                  </a:txBody>
                  <a:tcPr anchor="ctr">
                    <a:solidFill>
                      <a:srgbClr val="330065"/>
                    </a:solidFill>
                  </a:tcPr>
                </a:tc>
                <a:tc hMerge="1">
                  <a:txBody>
                    <a:bodyPr/>
                    <a:lstStyle/>
                    <a:p>
                      <a:pPr algn="ctr"/>
                      <a:endParaRPr lang="en-GB" sz="1100"/>
                    </a:p>
                  </a:txBody>
                  <a:tcPr anchor="ctr">
                    <a:solidFill>
                      <a:srgbClr val="330065"/>
                    </a:solidFill>
                  </a:tcPr>
                </a:tc>
                <a:tc rowSpan="2" gridSpan="3">
                  <a:txBody>
                    <a:bodyPr/>
                    <a:lstStyle/>
                    <a:p>
                      <a:pPr algn="ctr"/>
                      <a:r>
                        <a:rPr lang="en-GB" sz="1100"/>
                        <a:t>Evaluation Metrics</a:t>
                      </a:r>
                    </a:p>
                  </a:txBody>
                  <a:tcPr anchor="ctr">
                    <a:solidFill>
                      <a:srgbClr val="330065"/>
                    </a:solidFill>
                  </a:tcPr>
                </a:tc>
                <a:tc rowSpan="2" hMerge="1">
                  <a:txBody>
                    <a:bodyPr/>
                    <a:lstStyle/>
                    <a:p>
                      <a:endParaRPr lang="en-GB"/>
                    </a:p>
                  </a:txBody>
                  <a:tcPr/>
                </a:tc>
                <a:tc rowSpan="2" hMerge="1">
                  <a:txBody>
                    <a:bodyPr/>
                    <a:lstStyle/>
                    <a:p>
                      <a:endParaRPr lang="en-GB"/>
                    </a:p>
                  </a:txBody>
                  <a:tcPr/>
                </a:tc>
                <a:extLst>
                  <a:ext uri="{0D108BD9-81ED-4DB2-BD59-A6C34878D82A}">
                    <a16:rowId xmlns:a16="http://schemas.microsoft.com/office/drawing/2014/main" val="520740286"/>
                  </a:ext>
                </a:extLst>
              </a:tr>
              <a:tr h="250352">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rowSpan="2">
                  <a:txBody>
                    <a:bodyPr/>
                    <a:lstStyle/>
                    <a:p>
                      <a:pPr algn="ctr"/>
                      <a:r>
                        <a:rPr lang="en-GB" sz="1100" b="1">
                          <a:solidFill>
                            <a:schemeClr val="bg1"/>
                          </a:solidFill>
                        </a:rPr>
                        <a:t>RAM</a:t>
                      </a:r>
                    </a:p>
                  </a:txBody>
                  <a:tcPr anchor="ctr">
                    <a:solidFill>
                      <a:srgbClr val="330065"/>
                    </a:solidFill>
                  </a:tcPr>
                </a:tc>
                <a:tc rowSpan="2">
                  <a:txBody>
                    <a:bodyPr/>
                    <a:lstStyle/>
                    <a:p>
                      <a:pPr algn="ctr"/>
                      <a:r>
                        <a:rPr lang="en-GB" sz="1100" b="1">
                          <a:solidFill>
                            <a:schemeClr val="bg1"/>
                          </a:solidFill>
                        </a:rPr>
                        <a:t>Flash</a:t>
                      </a:r>
                    </a:p>
                  </a:txBody>
                  <a:tcPr anchor="ctr">
                    <a:solidFill>
                      <a:srgbClr val="330065"/>
                    </a:solidFill>
                  </a:tcPr>
                </a:tc>
                <a:tc gridSpan="3" vMerge="1">
                  <a:txBody>
                    <a:bodyPr/>
                    <a:lstStyle/>
                    <a:p>
                      <a:endParaRPr lang="en-GB"/>
                    </a:p>
                  </a:txBody>
                  <a:tcPr/>
                </a:tc>
                <a:tc hMerge="1" vMerge="1">
                  <a:txBody>
                    <a:bodyPr/>
                    <a:lstStyle/>
                    <a:p>
                      <a:endParaRPr lang="en-GB"/>
                    </a:p>
                  </a:txBody>
                  <a:tcPr/>
                </a:tc>
                <a:tc hMerge="1" vMerge="1">
                  <a:txBody>
                    <a:bodyPr/>
                    <a:lstStyle/>
                    <a:p>
                      <a:endParaRPr lang="en-GB"/>
                    </a:p>
                  </a:txBody>
                  <a:tcPr/>
                </a:tc>
                <a:extLst>
                  <a:ext uri="{0D108BD9-81ED-4DB2-BD59-A6C34878D82A}">
                    <a16:rowId xmlns:a16="http://schemas.microsoft.com/office/drawing/2014/main" val="551159401"/>
                  </a:ext>
                </a:extLst>
              </a:tr>
              <a:tr h="258045">
                <a:tc vMerge="1">
                  <a:txBody>
                    <a:bodyPr/>
                    <a:lstStyle/>
                    <a:p>
                      <a:pPr algn="ctr"/>
                      <a:endParaRPr lang="en-GB" sz="1100"/>
                    </a:p>
                  </a:txBody>
                  <a:tcPr anchor="ctr">
                    <a:solidFill>
                      <a:srgbClr val="330065"/>
                    </a:solidFill>
                  </a:tcPr>
                </a:tc>
                <a:tc vMerge="1">
                  <a:txBody>
                    <a:bodyPr/>
                    <a:lstStyle/>
                    <a:p>
                      <a:pPr algn="ctr"/>
                      <a:endParaRPr lang="en-GB" sz="1100"/>
                    </a:p>
                  </a:txBody>
                  <a:tcPr anchor="ctr">
                    <a:solidFill>
                      <a:srgbClr val="330065"/>
                    </a:solidFill>
                  </a:tcPr>
                </a:tc>
                <a:tc vMerge="1">
                  <a:txBody>
                    <a:bodyPr/>
                    <a:lstStyle/>
                    <a:p>
                      <a:pPr algn="ctr"/>
                      <a:endParaRPr lang="en-GB" sz="1100"/>
                    </a:p>
                  </a:txBody>
                  <a:tcPr anchor="ctr">
                    <a:solidFill>
                      <a:srgbClr val="330065"/>
                    </a:solidFill>
                  </a:tcPr>
                </a:tc>
                <a:tc vMerge="1">
                  <a:txBody>
                    <a:bodyPr/>
                    <a:lstStyle/>
                    <a:p>
                      <a:pPr algn="ctr"/>
                      <a:endParaRPr lang="en-GB" sz="1100"/>
                    </a:p>
                  </a:txBody>
                  <a:tcPr anchor="ctr">
                    <a:solidFill>
                      <a:srgbClr val="330065"/>
                    </a:solidFill>
                  </a:tcPr>
                </a:tc>
                <a:tc vMerge="1">
                  <a:txBody>
                    <a:bodyPr/>
                    <a:lstStyle/>
                    <a:p>
                      <a:pPr algn="ctr"/>
                      <a:endParaRPr lang="en-GB" sz="1100" b="1">
                        <a:solidFill>
                          <a:schemeClr val="bg1"/>
                        </a:solidFill>
                      </a:endParaRPr>
                    </a:p>
                  </a:txBody>
                  <a:tcPr anchor="ctr">
                    <a:solidFill>
                      <a:srgbClr val="330065"/>
                    </a:solidFill>
                  </a:tcPr>
                </a:tc>
                <a:tc vMerge="1">
                  <a:txBody>
                    <a:bodyPr/>
                    <a:lstStyle/>
                    <a:p>
                      <a:pPr algn="ctr"/>
                      <a:endParaRPr lang="en-GB" sz="1100" b="1">
                        <a:solidFill>
                          <a:schemeClr val="bg1"/>
                        </a:solidFill>
                      </a:endParaRPr>
                    </a:p>
                  </a:txBody>
                  <a:tcPr anchor="ctr">
                    <a:solidFill>
                      <a:srgbClr val="330065"/>
                    </a:solidFill>
                  </a:tcPr>
                </a:tc>
                <a:tc>
                  <a:txBody>
                    <a:bodyPr/>
                    <a:lstStyle/>
                    <a:p>
                      <a:pPr algn="ctr"/>
                      <a:r>
                        <a:rPr lang="en-GB" sz="1100" b="1">
                          <a:solidFill>
                            <a:schemeClr val="bg1"/>
                          </a:solidFill>
                        </a:rPr>
                        <a:t>MAE</a:t>
                      </a:r>
                    </a:p>
                  </a:txBody>
                  <a:tcPr anchor="ctr">
                    <a:solidFill>
                      <a:srgbClr val="330065"/>
                    </a:solidFill>
                  </a:tcPr>
                </a:tc>
                <a:tc>
                  <a:txBody>
                    <a:bodyPr/>
                    <a:lstStyle/>
                    <a:p>
                      <a:pPr algn="ctr"/>
                      <a:r>
                        <a:rPr lang="en-GB" sz="1100" b="1">
                          <a:solidFill>
                            <a:schemeClr val="bg1"/>
                          </a:solidFill>
                        </a:rPr>
                        <a:t>MSE</a:t>
                      </a:r>
                    </a:p>
                  </a:txBody>
                  <a:tcPr anchor="ctr">
                    <a:solidFill>
                      <a:srgbClr val="330065"/>
                    </a:solidFill>
                  </a:tcPr>
                </a:tc>
                <a:tc>
                  <a:txBody>
                    <a:bodyPr/>
                    <a:lstStyle/>
                    <a:p>
                      <a:pPr algn="ctr"/>
                      <a:r>
                        <a:rPr lang="en-GB" sz="1100" b="1">
                          <a:solidFill>
                            <a:schemeClr val="bg1"/>
                          </a:solidFill>
                        </a:rPr>
                        <a:t>RMSE</a:t>
                      </a:r>
                    </a:p>
                  </a:txBody>
                  <a:tcPr anchor="ctr">
                    <a:solidFill>
                      <a:srgbClr val="330065"/>
                    </a:solidFill>
                  </a:tcPr>
                </a:tc>
                <a:extLst>
                  <a:ext uri="{0D108BD9-81ED-4DB2-BD59-A6C34878D82A}">
                    <a16:rowId xmlns:a16="http://schemas.microsoft.com/office/drawing/2014/main" val="3057285726"/>
                  </a:ext>
                </a:extLst>
              </a:tr>
              <a:tr h="707158">
                <a:tc>
                  <a:txBody>
                    <a:bodyPr/>
                    <a:lstStyle/>
                    <a:p>
                      <a:pPr lvl="0" algn="ctr">
                        <a:lnSpc>
                          <a:spcPct val="100000"/>
                        </a:lnSpc>
                      </a:pPr>
                      <a:r>
                        <a:rPr lang="en-GB" sz="1100" b="0"/>
                        <a:t>Case 1:</a:t>
                      </a:r>
                      <a:br>
                        <a:rPr lang="en-GB" sz="1100" b="0"/>
                      </a:br>
                      <a:r>
                        <a:rPr lang="en-GB" sz="1100" b="1" err="1"/>
                        <a:t>CubeIDE</a:t>
                      </a:r>
                      <a:endParaRPr lang="en-GB" sz="1100" b="1"/>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mn-lt"/>
                          <a:ea typeface="+mn-ea"/>
                          <a:cs typeface="+mn-cs"/>
                        </a:rPr>
                        <a:t>M7</a:t>
                      </a:r>
                    </a:p>
                  </a:txBody>
                  <a:tcPr anchor="ctr">
                    <a:solidFill>
                      <a:schemeClr val="accent1">
                        <a:lumMod val="20000"/>
                        <a:lumOff val="80000"/>
                      </a:schemeClr>
                    </a:solidFill>
                  </a:tcPr>
                </a:tc>
                <a:tc>
                  <a:txBody>
                    <a:bodyPr/>
                    <a:lstStyle/>
                    <a:p>
                      <a:pPr lvl="0" algn="ctr">
                        <a:lnSpc>
                          <a:spcPct val="200000"/>
                        </a:lnSpc>
                      </a:pPr>
                      <a:r>
                        <a:rPr lang="en-GB" sz="1100" b="0"/>
                        <a:t>N/A</a:t>
                      </a:r>
                    </a:p>
                  </a:txBody>
                  <a:tcPr anchor="ctr">
                    <a:solidFill>
                      <a:schemeClr val="accent1">
                        <a:lumMod val="20000"/>
                        <a:lumOff val="80000"/>
                      </a:schemeClr>
                    </a:solidFill>
                  </a:tcPr>
                </a:tc>
                <a:tc>
                  <a:txBody>
                    <a:bodyPr/>
                    <a:lstStyle/>
                    <a:p>
                      <a:pPr lvl="0" algn="ctr">
                        <a:lnSpc>
                          <a:spcPct val="200000"/>
                        </a:lnSpc>
                      </a:pPr>
                      <a:r>
                        <a:rPr lang="en-GB" sz="1100" b="0"/>
                        <a:t>234</a:t>
                      </a:r>
                    </a:p>
                  </a:txBody>
                  <a:tcPr anchor="ctr">
                    <a:solidFill>
                      <a:schemeClr val="accent1">
                        <a:lumMod val="20000"/>
                        <a:lumOff val="80000"/>
                      </a:schemeClr>
                    </a:solidFill>
                  </a:tcPr>
                </a:tc>
                <a:tc>
                  <a:txBody>
                    <a:bodyPr/>
                    <a:lstStyle/>
                    <a:p>
                      <a:pPr lvl="0" algn="ctr">
                        <a:lnSpc>
                          <a:spcPct val="200000"/>
                        </a:lnSpc>
                      </a:pPr>
                      <a:r>
                        <a:rPr lang="en-GB" sz="1100" b="0"/>
                        <a:t>20.48</a:t>
                      </a:r>
                    </a:p>
                  </a:txBody>
                  <a:tcPr anchor="ctr">
                    <a:solidFill>
                      <a:schemeClr val="accent1">
                        <a:lumMod val="20000"/>
                        <a:lumOff val="80000"/>
                      </a:schemeClr>
                    </a:solidFill>
                  </a:tcPr>
                </a:tc>
                <a:tc>
                  <a:txBody>
                    <a:bodyPr/>
                    <a:lstStyle/>
                    <a:p>
                      <a:pPr lvl="0" algn="ctr">
                        <a:lnSpc>
                          <a:spcPct val="200000"/>
                        </a:lnSpc>
                      </a:pPr>
                      <a:r>
                        <a:rPr lang="en-GB" sz="1100" b="0"/>
                        <a:t>107.59</a:t>
                      </a:r>
                    </a:p>
                  </a:txBody>
                  <a:tcPr anchor="ctr">
                    <a:solidFill>
                      <a:schemeClr val="accent1">
                        <a:lumMod val="20000"/>
                        <a:lumOff val="80000"/>
                      </a:schemeClr>
                    </a:solidFill>
                  </a:tcPr>
                </a:tc>
                <a:tc>
                  <a:txBody>
                    <a:bodyPr/>
                    <a:lstStyle/>
                    <a:p>
                      <a:pPr lvl="0" algn="ctr">
                        <a:lnSpc>
                          <a:spcPct val="200000"/>
                        </a:lnSpc>
                      </a:pPr>
                      <a:r>
                        <a:rPr lang="en-GB" sz="1100" b="0"/>
                        <a:t>0.0562</a:t>
                      </a:r>
                    </a:p>
                  </a:txBody>
                  <a:tcPr anchor="ctr">
                    <a:solidFill>
                      <a:schemeClr val="accent1">
                        <a:lumMod val="20000"/>
                        <a:lumOff val="80000"/>
                      </a:schemeClr>
                    </a:solidFill>
                  </a:tcPr>
                </a:tc>
                <a:tc>
                  <a:txBody>
                    <a:bodyPr/>
                    <a:lstStyle/>
                    <a:p>
                      <a:pPr lvl="0" algn="ctr">
                        <a:lnSpc>
                          <a:spcPct val="200000"/>
                        </a:lnSpc>
                      </a:pPr>
                      <a:r>
                        <a:rPr lang="en-GB" sz="1100" b="0"/>
                        <a:t>0.0043</a:t>
                      </a:r>
                    </a:p>
                  </a:txBody>
                  <a:tcPr anchor="ctr">
                    <a:solidFill>
                      <a:schemeClr val="accent1">
                        <a:lumMod val="20000"/>
                        <a:lumOff val="80000"/>
                      </a:schemeClr>
                    </a:solidFill>
                  </a:tcPr>
                </a:tc>
                <a:tc>
                  <a:txBody>
                    <a:bodyPr/>
                    <a:lstStyle/>
                    <a:p>
                      <a:pPr lvl="0" algn="ctr">
                        <a:lnSpc>
                          <a:spcPct val="200000"/>
                        </a:lnSpc>
                      </a:pPr>
                      <a:r>
                        <a:rPr lang="en-GB" sz="1100" b="0"/>
                        <a:t>0.0659</a:t>
                      </a:r>
                    </a:p>
                  </a:txBody>
                  <a:tcPr anchor="ctr">
                    <a:solidFill>
                      <a:schemeClr val="accent1">
                        <a:lumMod val="20000"/>
                        <a:lumOff val="80000"/>
                      </a:schemeClr>
                    </a:solidFill>
                  </a:tcPr>
                </a:tc>
                <a:extLst>
                  <a:ext uri="{0D108BD9-81ED-4DB2-BD59-A6C34878D82A}">
                    <a16:rowId xmlns:a16="http://schemas.microsoft.com/office/drawing/2014/main" val="1425922779"/>
                  </a:ext>
                </a:extLst>
              </a:tr>
            </a:tbl>
          </a:graphicData>
        </a:graphic>
      </p:graphicFrame>
      <p:grpSp>
        <p:nvGrpSpPr>
          <p:cNvPr id="30" name="Group 29">
            <a:extLst>
              <a:ext uri="{FF2B5EF4-FFF2-40B4-BE49-F238E27FC236}">
                <a16:creationId xmlns:a16="http://schemas.microsoft.com/office/drawing/2014/main" id="{E9AD2D3E-00B2-F286-4D24-CCE1AE63DF0B}"/>
              </a:ext>
            </a:extLst>
          </p:cNvPr>
          <p:cNvGrpSpPr/>
          <p:nvPr/>
        </p:nvGrpSpPr>
        <p:grpSpPr>
          <a:xfrm>
            <a:off x="2211778" y="639524"/>
            <a:ext cx="4236373" cy="2868195"/>
            <a:chOff x="2479691" y="2646084"/>
            <a:chExt cx="4236373" cy="2868195"/>
          </a:xfrm>
        </p:grpSpPr>
        <p:grpSp>
          <p:nvGrpSpPr>
            <p:cNvPr id="11" name="Group 10">
              <a:extLst>
                <a:ext uri="{FF2B5EF4-FFF2-40B4-BE49-F238E27FC236}">
                  <a16:creationId xmlns:a16="http://schemas.microsoft.com/office/drawing/2014/main" id="{11863A78-FA53-4F69-6377-FF5D48347514}"/>
                </a:ext>
              </a:extLst>
            </p:cNvPr>
            <p:cNvGrpSpPr/>
            <p:nvPr/>
          </p:nvGrpSpPr>
          <p:grpSpPr>
            <a:xfrm>
              <a:off x="2479691" y="2646084"/>
              <a:ext cx="4236373" cy="2868195"/>
              <a:chOff x="2501456" y="2495582"/>
              <a:chExt cx="4236373" cy="2868195"/>
            </a:xfrm>
          </p:grpSpPr>
          <p:pic>
            <p:nvPicPr>
              <p:cNvPr id="9" name="Picture 8">
                <a:extLst>
                  <a:ext uri="{FF2B5EF4-FFF2-40B4-BE49-F238E27FC236}">
                    <a16:creationId xmlns:a16="http://schemas.microsoft.com/office/drawing/2014/main" id="{743B17DA-B311-E079-80A8-60DC2EF980FA}"/>
                  </a:ext>
                </a:extLst>
              </p:cNvPr>
              <p:cNvPicPr>
                <a:picLocks noChangeAspect="1"/>
              </p:cNvPicPr>
              <p:nvPr/>
            </p:nvPicPr>
            <p:blipFill>
              <a:blip r:embed="rId4"/>
              <a:stretch>
                <a:fillRect/>
              </a:stretch>
            </p:blipFill>
            <p:spPr>
              <a:xfrm>
                <a:off x="2501456" y="2821953"/>
                <a:ext cx="4236373" cy="2541824"/>
              </a:xfrm>
              <a:prstGeom prst="rect">
                <a:avLst/>
              </a:prstGeom>
            </p:spPr>
          </p:pic>
          <p:sp>
            <p:nvSpPr>
              <p:cNvPr id="21" name="Oval 20">
                <a:extLst>
                  <a:ext uri="{FF2B5EF4-FFF2-40B4-BE49-F238E27FC236}">
                    <a16:creationId xmlns:a16="http://schemas.microsoft.com/office/drawing/2014/main" id="{117FF607-5A3F-C2A8-B0A8-02E771512F40}"/>
                  </a:ext>
                </a:extLst>
              </p:cNvPr>
              <p:cNvSpPr/>
              <p:nvPr/>
            </p:nvSpPr>
            <p:spPr>
              <a:xfrm>
                <a:off x="5046095" y="4632142"/>
                <a:ext cx="726055" cy="397058"/>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511CF206-2D5F-ECE9-E160-67BF6C344954}"/>
                  </a:ext>
                </a:extLst>
              </p:cNvPr>
              <p:cNvSpPr/>
              <p:nvPr/>
            </p:nvSpPr>
            <p:spPr>
              <a:xfrm>
                <a:off x="5945187" y="3953003"/>
                <a:ext cx="301625" cy="45707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DEE28A7A-3E8A-BEAF-E10B-05545BF6B52B}"/>
                  </a:ext>
                </a:extLst>
              </p:cNvPr>
              <p:cNvSpPr txBox="1"/>
              <p:nvPr/>
            </p:nvSpPr>
            <p:spPr>
              <a:xfrm>
                <a:off x="3225313" y="2495582"/>
                <a:ext cx="2788657" cy="307777"/>
              </a:xfrm>
              <a:prstGeom prst="rect">
                <a:avLst/>
              </a:prstGeom>
              <a:noFill/>
            </p:spPr>
            <p:txBody>
              <a:bodyPr wrap="square">
                <a:spAutoFit/>
              </a:bodyPr>
              <a:lstStyle/>
              <a:p>
                <a:r>
                  <a:rPr lang="en-GB" sz="1400" dirty="0"/>
                  <a:t>Total trainable parameters: 1393</a:t>
                </a:r>
              </a:p>
            </p:txBody>
          </p:sp>
        </p:grpSp>
        <p:sp>
          <p:nvSpPr>
            <p:cNvPr id="16" name="Oval 15">
              <a:extLst>
                <a:ext uri="{FF2B5EF4-FFF2-40B4-BE49-F238E27FC236}">
                  <a16:creationId xmlns:a16="http://schemas.microsoft.com/office/drawing/2014/main" id="{511CF206-2D5F-ECE9-E160-67BF6C344954}"/>
                </a:ext>
              </a:extLst>
            </p:cNvPr>
            <p:cNvSpPr/>
            <p:nvPr/>
          </p:nvSpPr>
          <p:spPr>
            <a:xfrm>
              <a:off x="3590925" y="3394608"/>
              <a:ext cx="533400" cy="367767"/>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a:extLst>
              <a:ext uri="{FF2B5EF4-FFF2-40B4-BE49-F238E27FC236}">
                <a16:creationId xmlns:a16="http://schemas.microsoft.com/office/drawing/2014/main" id="{17552C60-31AA-3346-BD69-59171FC50CD7}"/>
              </a:ext>
            </a:extLst>
          </p:cNvPr>
          <p:cNvGrpSpPr/>
          <p:nvPr/>
        </p:nvGrpSpPr>
        <p:grpSpPr>
          <a:xfrm>
            <a:off x="7080622" y="636020"/>
            <a:ext cx="4236373" cy="2873926"/>
            <a:chOff x="7503617" y="2623203"/>
            <a:chExt cx="4236373" cy="2873926"/>
          </a:xfrm>
        </p:grpSpPr>
        <p:grpSp>
          <p:nvGrpSpPr>
            <p:cNvPr id="10" name="Group 9">
              <a:extLst>
                <a:ext uri="{FF2B5EF4-FFF2-40B4-BE49-F238E27FC236}">
                  <a16:creationId xmlns:a16="http://schemas.microsoft.com/office/drawing/2014/main" id="{A80ACE0F-F3DF-4BDD-2BD9-CCEE3B7556B8}"/>
                </a:ext>
              </a:extLst>
            </p:cNvPr>
            <p:cNvGrpSpPr/>
            <p:nvPr/>
          </p:nvGrpSpPr>
          <p:grpSpPr>
            <a:xfrm>
              <a:off x="7503617" y="2623203"/>
              <a:ext cx="4236373" cy="2873926"/>
              <a:chOff x="7642365" y="2530951"/>
              <a:chExt cx="4236373" cy="2873926"/>
            </a:xfrm>
          </p:grpSpPr>
          <p:pic>
            <p:nvPicPr>
              <p:cNvPr id="6" name="Picture 5">
                <a:extLst>
                  <a:ext uri="{FF2B5EF4-FFF2-40B4-BE49-F238E27FC236}">
                    <a16:creationId xmlns:a16="http://schemas.microsoft.com/office/drawing/2014/main" id="{22E52BA4-9BDC-B28D-DBC3-B781BAED0A8D}"/>
                  </a:ext>
                </a:extLst>
              </p:cNvPr>
              <p:cNvPicPr>
                <a:picLocks noChangeAspect="1"/>
              </p:cNvPicPr>
              <p:nvPr/>
            </p:nvPicPr>
            <p:blipFill>
              <a:blip r:embed="rId5"/>
              <a:stretch>
                <a:fillRect/>
              </a:stretch>
            </p:blipFill>
            <p:spPr>
              <a:xfrm>
                <a:off x="7642365" y="2888794"/>
                <a:ext cx="4236373" cy="2516083"/>
              </a:xfrm>
              <a:prstGeom prst="rect">
                <a:avLst/>
              </a:prstGeom>
            </p:spPr>
          </p:pic>
          <p:sp>
            <p:nvSpPr>
              <p:cNvPr id="27" name="Oval 26">
                <a:extLst>
                  <a:ext uri="{FF2B5EF4-FFF2-40B4-BE49-F238E27FC236}">
                    <a16:creationId xmlns:a16="http://schemas.microsoft.com/office/drawing/2014/main" id="{81A8EED5-2755-765A-D73D-D56EDCB6E6C5}"/>
                  </a:ext>
                </a:extLst>
              </p:cNvPr>
              <p:cNvSpPr/>
              <p:nvPr/>
            </p:nvSpPr>
            <p:spPr>
              <a:xfrm>
                <a:off x="10114337" y="4673242"/>
                <a:ext cx="862521" cy="397058"/>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E3F08C02-E04F-98DF-DA79-C6B27AA4EC1E}"/>
                  </a:ext>
                </a:extLst>
              </p:cNvPr>
              <p:cNvSpPr/>
              <p:nvPr/>
            </p:nvSpPr>
            <p:spPr>
              <a:xfrm>
                <a:off x="11105446" y="4096026"/>
                <a:ext cx="298445" cy="443708"/>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CA65E20D-A820-507E-0BE9-DB08823A623F}"/>
                  </a:ext>
                </a:extLst>
              </p:cNvPr>
              <p:cNvSpPr txBox="1"/>
              <p:nvPr/>
            </p:nvSpPr>
            <p:spPr>
              <a:xfrm>
                <a:off x="8366222" y="2530951"/>
                <a:ext cx="2788657" cy="307777"/>
              </a:xfrm>
              <a:prstGeom prst="rect">
                <a:avLst/>
              </a:prstGeom>
              <a:noFill/>
            </p:spPr>
            <p:txBody>
              <a:bodyPr wrap="square">
                <a:spAutoFit/>
              </a:bodyPr>
              <a:lstStyle/>
              <a:p>
                <a:r>
                  <a:rPr lang="en-GB" sz="1400" dirty="0"/>
                  <a:t>Total trainable parameters: 3265</a:t>
                </a:r>
              </a:p>
            </p:txBody>
          </p:sp>
        </p:grpSp>
        <p:sp>
          <p:nvSpPr>
            <p:cNvPr id="17" name="Oval 16">
              <a:extLst>
                <a:ext uri="{FF2B5EF4-FFF2-40B4-BE49-F238E27FC236}">
                  <a16:creationId xmlns:a16="http://schemas.microsoft.com/office/drawing/2014/main" id="{6EB3A2AC-9EDE-5F5D-5B52-DA68669CBE15}"/>
                </a:ext>
              </a:extLst>
            </p:cNvPr>
            <p:cNvSpPr/>
            <p:nvPr/>
          </p:nvSpPr>
          <p:spPr>
            <a:xfrm>
              <a:off x="8609472" y="3353246"/>
              <a:ext cx="667878" cy="45707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33" name="Straight Connector 32">
            <a:extLst>
              <a:ext uri="{FF2B5EF4-FFF2-40B4-BE49-F238E27FC236}">
                <a16:creationId xmlns:a16="http://schemas.microsoft.com/office/drawing/2014/main" id="{171AF52B-63CA-11C3-7FA1-0D7ED8E2873A}"/>
              </a:ext>
            </a:extLst>
          </p:cNvPr>
          <p:cNvCxnSpPr/>
          <p:nvPr/>
        </p:nvCxnSpPr>
        <p:spPr>
          <a:xfrm>
            <a:off x="1735730" y="3848100"/>
            <a:ext cx="101563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0920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BB51B-DA07-5B35-8E57-0CA27B8D9C5C}"/>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63C779C0-5E54-EA86-BB6F-83F6E443C01F}"/>
              </a:ext>
            </a:extLst>
          </p:cNvPr>
          <p:cNvGrpSpPr/>
          <p:nvPr/>
        </p:nvGrpSpPr>
        <p:grpSpPr>
          <a:xfrm>
            <a:off x="1014254" y="2459234"/>
            <a:ext cx="2041075" cy="3253209"/>
            <a:chOff x="1114571" y="2522294"/>
            <a:chExt cx="2041075" cy="3253209"/>
          </a:xfrm>
        </p:grpSpPr>
        <p:pic>
          <p:nvPicPr>
            <p:cNvPr id="20" name="Picture 19">
              <a:extLst>
                <a:ext uri="{FF2B5EF4-FFF2-40B4-BE49-F238E27FC236}">
                  <a16:creationId xmlns:a16="http://schemas.microsoft.com/office/drawing/2014/main" id="{61453179-5AC7-CAEC-4433-517CB1B97B5F}"/>
                </a:ext>
              </a:extLst>
            </p:cNvPr>
            <p:cNvPicPr>
              <a:picLocks noChangeAspect="1"/>
            </p:cNvPicPr>
            <p:nvPr/>
          </p:nvPicPr>
          <p:blipFill>
            <a:blip r:embed="rId3"/>
            <a:srcRect r="66015"/>
            <a:stretch>
              <a:fillRect/>
            </a:stretch>
          </p:blipFill>
          <p:spPr>
            <a:xfrm>
              <a:off x="1114571" y="2522294"/>
              <a:ext cx="2041075" cy="3253209"/>
            </a:xfrm>
            <a:prstGeom prst="rect">
              <a:avLst/>
            </a:prstGeom>
          </p:spPr>
        </p:pic>
        <p:sp>
          <p:nvSpPr>
            <p:cNvPr id="22" name="TextBox 21">
              <a:extLst>
                <a:ext uri="{FF2B5EF4-FFF2-40B4-BE49-F238E27FC236}">
                  <a16:creationId xmlns:a16="http://schemas.microsoft.com/office/drawing/2014/main" id="{DE242328-B996-29D0-8069-919055FF622F}"/>
                </a:ext>
              </a:extLst>
            </p:cNvPr>
            <p:cNvSpPr txBox="1"/>
            <p:nvPr/>
          </p:nvSpPr>
          <p:spPr>
            <a:xfrm>
              <a:off x="2449965" y="5188213"/>
              <a:ext cx="478701" cy="307777"/>
            </a:xfrm>
            <a:prstGeom prst="rect">
              <a:avLst/>
            </a:prstGeom>
            <a:noFill/>
          </p:spPr>
          <p:txBody>
            <a:bodyPr wrap="square" rtlCol="0">
              <a:spAutoFit/>
            </a:bodyPr>
            <a:lstStyle/>
            <a:p>
              <a:pPr algn="ctr"/>
              <a:r>
                <a:rPr lang="en-GB" sz="1400">
                  <a:solidFill>
                    <a:schemeClr val="bg1"/>
                  </a:solidFill>
                </a:rPr>
                <a:t>V2</a:t>
              </a:r>
              <a:endParaRPr lang="en-GB">
                <a:solidFill>
                  <a:schemeClr val="bg1"/>
                </a:solidFill>
              </a:endParaRPr>
            </a:p>
          </p:txBody>
        </p:sp>
      </p:grpSp>
      <p:sp>
        <p:nvSpPr>
          <p:cNvPr id="3" name="TextBox 2">
            <a:extLst>
              <a:ext uri="{FF2B5EF4-FFF2-40B4-BE49-F238E27FC236}">
                <a16:creationId xmlns:a16="http://schemas.microsoft.com/office/drawing/2014/main" id="{1D802494-AAAD-5AA6-A11D-9ED385AEED76}"/>
              </a:ext>
            </a:extLst>
          </p:cNvPr>
          <p:cNvSpPr txBox="1"/>
          <p:nvPr/>
        </p:nvSpPr>
        <p:spPr>
          <a:xfrm>
            <a:off x="21020" y="607242"/>
            <a:ext cx="1045030" cy="369332"/>
          </a:xfrm>
          <a:prstGeom prst="rect">
            <a:avLst/>
          </a:prstGeom>
          <a:noFill/>
        </p:spPr>
        <p:txBody>
          <a:bodyPr wrap="square" rtlCol="0">
            <a:spAutoFit/>
          </a:bodyPr>
          <a:lstStyle/>
          <a:p>
            <a:pPr algn="ctr"/>
            <a:r>
              <a:rPr lang="en-GB" b="1">
                <a:solidFill>
                  <a:srgbClr val="330065"/>
                </a:solidFill>
              </a:rPr>
              <a:t>Case 2</a:t>
            </a:r>
          </a:p>
        </p:txBody>
      </p:sp>
      <p:graphicFrame>
        <p:nvGraphicFramePr>
          <p:cNvPr id="2" name="Table 1">
            <a:extLst>
              <a:ext uri="{FF2B5EF4-FFF2-40B4-BE49-F238E27FC236}">
                <a16:creationId xmlns:a16="http://schemas.microsoft.com/office/drawing/2014/main" id="{FFE582CB-43FD-C681-E4FC-9B3DC217095F}"/>
              </a:ext>
            </a:extLst>
          </p:cNvPr>
          <p:cNvGraphicFramePr>
            <a:graphicFrameLocks noGrp="1"/>
          </p:cNvGraphicFramePr>
          <p:nvPr>
            <p:extLst>
              <p:ext uri="{D42A27DB-BD31-4B8C-83A1-F6EECF244321}">
                <p14:modId xmlns:p14="http://schemas.microsoft.com/office/powerpoint/2010/main" val="112352847"/>
              </p:ext>
            </p:extLst>
          </p:nvPr>
        </p:nvGraphicFramePr>
        <p:xfrm>
          <a:off x="3247925" y="722875"/>
          <a:ext cx="8849016" cy="2236952"/>
        </p:xfrm>
        <a:graphic>
          <a:graphicData uri="http://schemas.openxmlformats.org/drawingml/2006/table">
            <a:tbl>
              <a:tblPr firstRow="1" bandRow="1">
                <a:tableStyleId>{5C22544A-7EE6-4342-B048-85BDC9FD1C3A}</a:tableStyleId>
              </a:tblPr>
              <a:tblGrid>
                <a:gridCol w="1390961">
                  <a:extLst>
                    <a:ext uri="{9D8B030D-6E8A-4147-A177-3AD203B41FA5}">
                      <a16:colId xmlns:a16="http://schemas.microsoft.com/office/drawing/2014/main" val="2561705747"/>
                    </a:ext>
                  </a:extLst>
                </a:gridCol>
                <a:gridCol w="1146349">
                  <a:extLst>
                    <a:ext uri="{9D8B030D-6E8A-4147-A177-3AD203B41FA5}">
                      <a16:colId xmlns:a16="http://schemas.microsoft.com/office/drawing/2014/main" val="3581294744"/>
                    </a:ext>
                  </a:extLst>
                </a:gridCol>
                <a:gridCol w="1045151">
                  <a:extLst>
                    <a:ext uri="{9D8B030D-6E8A-4147-A177-3AD203B41FA5}">
                      <a16:colId xmlns:a16="http://schemas.microsoft.com/office/drawing/2014/main" val="1205690839"/>
                    </a:ext>
                  </a:extLst>
                </a:gridCol>
                <a:gridCol w="1499154">
                  <a:extLst>
                    <a:ext uri="{9D8B030D-6E8A-4147-A177-3AD203B41FA5}">
                      <a16:colId xmlns:a16="http://schemas.microsoft.com/office/drawing/2014/main" val="1467056660"/>
                    </a:ext>
                  </a:extLst>
                </a:gridCol>
                <a:gridCol w="942326">
                  <a:extLst>
                    <a:ext uri="{9D8B030D-6E8A-4147-A177-3AD203B41FA5}">
                      <a16:colId xmlns:a16="http://schemas.microsoft.com/office/drawing/2014/main" val="3487223262"/>
                    </a:ext>
                  </a:extLst>
                </a:gridCol>
                <a:gridCol w="856659">
                  <a:extLst>
                    <a:ext uri="{9D8B030D-6E8A-4147-A177-3AD203B41FA5}">
                      <a16:colId xmlns:a16="http://schemas.microsoft.com/office/drawing/2014/main" val="301501788"/>
                    </a:ext>
                  </a:extLst>
                </a:gridCol>
                <a:gridCol w="716502">
                  <a:extLst>
                    <a:ext uri="{9D8B030D-6E8A-4147-A177-3AD203B41FA5}">
                      <a16:colId xmlns:a16="http://schemas.microsoft.com/office/drawing/2014/main" val="1249422757"/>
                    </a:ext>
                  </a:extLst>
                </a:gridCol>
                <a:gridCol w="641544">
                  <a:extLst>
                    <a:ext uri="{9D8B030D-6E8A-4147-A177-3AD203B41FA5}">
                      <a16:colId xmlns:a16="http://schemas.microsoft.com/office/drawing/2014/main" val="1916093791"/>
                    </a:ext>
                  </a:extLst>
                </a:gridCol>
                <a:gridCol w="610370">
                  <a:extLst>
                    <a:ext uri="{9D8B030D-6E8A-4147-A177-3AD203B41FA5}">
                      <a16:colId xmlns:a16="http://schemas.microsoft.com/office/drawing/2014/main" val="1313371065"/>
                    </a:ext>
                  </a:extLst>
                </a:gridCol>
              </a:tblGrid>
              <a:tr h="409493">
                <a:tc rowSpan="3">
                  <a:txBody>
                    <a:bodyPr/>
                    <a:lstStyle/>
                    <a:p>
                      <a:pPr algn="ctr"/>
                      <a:r>
                        <a:rPr lang="en-GB" sz="1100"/>
                        <a:t>Deployment</a:t>
                      </a:r>
                    </a:p>
                  </a:txBody>
                  <a:tcPr anchor="ctr">
                    <a:solidFill>
                      <a:srgbClr val="330065"/>
                    </a:solidFill>
                  </a:tcPr>
                </a:tc>
                <a:tc rowSpan="3">
                  <a:txBody>
                    <a:bodyPr/>
                    <a:lstStyle/>
                    <a:p>
                      <a:pPr algn="ctr"/>
                      <a:r>
                        <a:rPr lang="en-GB" sz="1100"/>
                        <a:t>Processor</a:t>
                      </a:r>
                    </a:p>
                  </a:txBody>
                  <a:tcPr anchor="ctr">
                    <a:solidFill>
                      <a:srgbClr val="330065"/>
                    </a:solidFill>
                  </a:tcPr>
                </a:tc>
                <a:tc rowSpan="3">
                  <a:txBody>
                    <a:bodyPr/>
                    <a:lstStyle/>
                    <a:p>
                      <a:pPr algn="ctr"/>
                      <a:r>
                        <a:rPr lang="en-GB" sz="1100"/>
                        <a:t>Compiler Flag</a:t>
                      </a:r>
                    </a:p>
                  </a:txBody>
                  <a:tcPr anchor="ctr">
                    <a:solidFill>
                      <a:srgbClr val="330065"/>
                    </a:solidFill>
                  </a:tcPr>
                </a:tc>
                <a:tc rowSpan="3">
                  <a:txBody>
                    <a:bodyPr/>
                    <a:lstStyle/>
                    <a:p>
                      <a:pPr algn="ctr"/>
                      <a:r>
                        <a:rPr lang="en-GB" sz="1100"/>
                        <a:t>Av. Inference Time (</a:t>
                      </a:r>
                      <a:r>
                        <a:rPr lang="el-GR" sz="1100" b="1" i="0" kern="1200">
                          <a:solidFill>
                            <a:schemeClr val="lt1"/>
                          </a:solidFill>
                          <a:effectLst/>
                          <a:latin typeface="+mn-lt"/>
                          <a:ea typeface="+mn-ea"/>
                          <a:cs typeface="+mn-cs"/>
                        </a:rPr>
                        <a:t>μ</a:t>
                      </a:r>
                      <a:r>
                        <a:rPr lang="en-GB" sz="1100" b="1" i="0" kern="1200">
                          <a:solidFill>
                            <a:schemeClr val="lt1"/>
                          </a:solidFill>
                          <a:effectLst/>
                          <a:latin typeface="+mn-lt"/>
                          <a:ea typeface="+mn-ea"/>
                          <a:cs typeface="+mn-cs"/>
                        </a:rPr>
                        <a:t>s</a:t>
                      </a:r>
                      <a:r>
                        <a:rPr lang="en-GB" sz="1100" b="0" i="0" kern="1200">
                          <a:solidFill>
                            <a:schemeClr val="lt1"/>
                          </a:solidFill>
                          <a:effectLst/>
                          <a:latin typeface="+mn-lt"/>
                          <a:ea typeface="+mn-ea"/>
                          <a:cs typeface="+mn-cs"/>
                        </a:rPr>
                        <a:t>)</a:t>
                      </a:r>
                      <a:endParaRPr lang="en-GB" sz="1100"/>
                    </a:p>
                  </a:txBody>
                  <a:tcPr anchor="ctr">
                    <a:solidFill>
                      <a:srgbClr val="330065"/>
                    </a:solidFill>
                  </a:tcPr>
                </a:tc>
                <a:tc gridSpan="2">
                  <a:txBody>
                    <a:bodyPr/>
                    <a:lstStyle/>
                    <a:p>
                      <a:pPr algn="ctr"/>
                      <a:r>
                        <a:rPr lang="en-GB" sz="1100"/>
                        <a:t>Memory Utilisation (KB)</a:t>
                      </a:r>
                    </a:p>
                  </a:txBody>
                  <a:tcPr anchor="ctr">
                    <a:solidFill>
                      <a:srgbClr val="330065"/>
                    </a:solidFill>
                  </a:tcPr>
                </a:tc>
                <a:tc hMerge="1">
                  <a:txBody>
                    <a:bodyPr/>
                    <a:lstStyle/>
                    <a:p>
                      <a:pPr algn="ctr"/>
                      <a:endParaRPr lang="en-GB" sz="1100"/>
                    </a:p>
                  </a:txBody>
                  <a:tcPr anchor="ctr">
                    <a:solidFill>
                      <a:srgbClr val="330065"/>
                    </a:solidFill>
                  </a:tcPr>
                </a:tc>
                <a:tc rowSpan="2" gridSpan="3">
                  <a:txBody>
                    <a:bodyPr/>
                    <a:lstStyle/>
                    <a:p>
                      <a:pPr algn="ctr"/>
                      <a:r>
                        <a:rPr lang="en-GB" sz="1100"/>
                        <a:t>Evaluation Metrics</a:t>
                      </a:r>
                    </a:p>
                  </a:txBody>
                  <a:tcPr anchor="ctr">
                    <a:solidFill>
                      <a:srgbClr val="330065"/>
                    </a:solidFill>
                  </a:tcPr>
                </a:tc>
                <a:tc rowSpan="2" hMerge="1">
                  <a:txBody>
                    <a:bodyPr/>
                    <a:lstStyle/>
                    <a:p>
                      <a:endParaRPr lang="en-GB"/>
                    </a:p>
                  </a:txBody>
                  <a:tcPr/>
                </a:tc>
                <a:tc rowSpan="2" hMerge="1">
                  <a:txBody>
                    <a:bodyPr/>
                    <a:lstStyle/>
                    <a:p>
                      <a:endParaRPr lang="en-GB"/>
                    </a:p>
                  </a:txBody>
                  <a:tcPr/>
                </a:tc>
                <a:extLst>
                  <a:ext uri="{0D108BD9-81ED-4DB2-BD59-A6C34878D82A}">
                    <a16:rowId xmlns:a16="http://schemas.microsoft.com/office/drawing/2014/main" val="520740286"/>
                  </a:ext>
                </a:extLst>
              </a:tr>
              <a:tr h="131531">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rowSpan="2">
                  <a:txBody>
                    <a:bodyPr/>
                    <a:lstStyle/>
                    <a:p>
                      <a:pPr algn="ctr"/>
                      <a:r>
                        <a:rPr lang="en-GB" sz="1100" b="1">
                          <a:solidFill>
                            <a:schemeClr val="bg1"/>
                          </a:solidFill>
                        </a:rPr>
                        <a:t>RAM</a:t>
                      </a:r>
                    </a:p>
                  </a:txBody>
                  <a:tcPr anchor="ctr">
                    <a:solidFill>
                      <a:srgbClr val="330065"/>
                    </a:solidFill>
                  </a:tcPr>
                </a:tc>
                <a:tc rowSpan="2">
                  <a:txBody>
                    <a:bodyPr/>
                    <a:lstStyle/>
                    <a:p>
                      <a:pPr algn="ctr"/>
                      <a:r>
                        <a:rPr lang="en-GB" sz="1100" b="1">
                          <a:solidFill>
                            <a:schemeClr val="bg1"/>
                          </a:solidFill>
                        </a:rPr>
                        <a:t>Flash</a:t>
                      </a:r>
                    </a:p>
                  </a:txBody>
                  <a:tcPr anchor="ctr">
                    <a:solidFill>
                      <a:srgbClr val="330065"/>
                    </a:solidFill>
                  </a:tcPr>
                </a:tc>
                <a:tc gridSpan="3" vMerge="1">
                  <a:txBody>
                    <a:bodyPr/>
                    <a:lstStyle/>
                    <a:p>
                      <a:endParaRPr lang="en-GB"/>
                    </a:p>
                  </a:txBody>
                  <a:tcPr/>
                </a:tc>
                <a:tc hMerge="1" vMerge="1">
                  <a:txBody>
                    <a:bodyPr/>
                    <a:lstStyle/>
                    <a:p>
                      <a:endParaRPr lang="en-GB"/>
                    </a:p>
                  </a:txBody>
                  <a:tcPr/>
                </a:tc>
                <a:tc hMerge="1" vMerge="1">
                  <a:txBody>
                    <a:bodyPr/>
                    <a:lstStyle/>
                    <a:p>
                      <a:endParaRPr lang="en-GB"/>
                    </a:p>
                  </a:txBody>
                  <a:tcPr/>
                </a:tc>
                <a:extLst>
                  <a:ext uri="{0D108BD9-81ED-4DB2-BD59-A6C34878D82A}">
                    <a16:rowId xmlns:a16="http://schemas.microsoft.com/office/drawing/2014/main" val="551159401"/>
                  </a:ext>
                </a:extLst>
              </a:tr>
              <a:tr h="507208">
                <a:tc vMerge="1">
                  <a:txBody>
                    <a:bodyPr/>
                    <a:lstStyle/>
                    <a:p>
                      <a:pPr algn="ctr"/>
                      <a:endParaRPr lang="en-GB" sz="1100"/>
                    </a:p>
                  </a:txBody>
                  <a:tcPr anchor="ctr">
                    <a:solidFill>
                      <a:srgbClr val="330065"/>
                    </a:solidFill>
                  </a:tcPr>
                </a:tc>
                <a:tc vMerge="1">
                  <a:txBody>
                    <a:bodyPr/>
                    <a:lstStyle/>
                    <a:p>
                      <a:pPr algn="ctr"/>
                      <a:endParaRPr lang="en-GB" sz="1100"/>
                    </a:p>
                  </a:txBody>
                  <a:tcPr anchor="ctr">
                    <a:solidFill>
                      <a:srgbClr val="330065"/>
                    </a:solidFill>
                  </a:tcPr>
                </a:tc>
                <a:tc vMerge="1">
                  <a:txBody>
                    <a:bodyPr/>
                    <a:lstStyle/>
                    <a:p>
                      <a:pPr algn="ctr"/>
                      <a:endParaRPr lang="en-GB" sz="1100"/>
                    </a:p>
                  </a:txBody>
                  <a:tcPr anchor="ctr">
                    <a:solidFill>
                      <a:srgbClr val="330065"/>
                    </a:solidFill>
                  </a:tcPr>
                </a:tc>
                <a:tc vMerge="1">
                  <a:txBody>
                    <a:bodyPr/>
                    <a:lstStyle/>
                    <a:p>
                      <a:pPr algn="ctr"/>
                      <a:endParaRPr lang="en-GB" sz="1100"/>
                    </a:p>
                  </a:txBody>
                  <a:tcPr anchor="ctr">
                    <a:solidFill>
                      <a:srgbClr val="330065"/>
                    </a:solidFill>
                  </a:tcPr>
                </a:tc>
                <a:tc vMerge="1">
                  <a:txBody>
                    <a:bodyPr/>
                    <a:lstStyle/>
                    <a:p>
                      <a:pPr algn="ctr"/>
                      <a:endParaRPr lang="en-GB" sz="1100" b="1">
                        <a:solidFill>
                          <a:schemeClr val="bg1"/>
                        </a:solidFill>
                      </a:endParaRPr>
                    </a:p>
                  </a:txBody>
                  <a:tcPr anchor="ctr">
                    <a:solidFill>
                      <a:srgbClr val="330065"/>
                    </a:solidFill>
                  </a:tcPr>
                </a:tc>
                <a:tc vMerge="1">
                  <a:txBody>
                    <a:bodyPr/>
                    <a:lstStyle/>
                    <a:p>
                      <a:pPr algn="ctr"/>
                      <a:endParaRPr lang="en-GB" sz="1100" b="1">
                        <a:solidFill>
                          <a:schemeClr val="bg1"/>
                        </a:solidFill>
                      </a:endParaRPr>
                    </a:p>
                  </a:txBody>
                  <a:tcPr anchor="ctr">
                    <a:solidFill>
                      <a:srgbClr val="330065"/>
                    </a:solidFill>
                  </a:tcPr>
                </a:tc>
                <a:tc>
                  <a:txBody>
                    <a:bodyPr/>
                    <a:lstStyle/>
                    <a:p>
                      <a:pPr algn="ctr"/>
                      <a:r>
                        <a:rPr lang="en-GB" sz="1100" b="1">
                          <a:solidFill>
                            <a:schemeClr val="bg1"/>
                          </a:solidFill>
                        </a:rPr>
                        <a:t>MAE</a:t>
                      </a:r>
                    </a:p>
                  </a:txBody>
                  <a:tcPr anchor="ctr">
                    <a:solidFill>
                      <a:srgbClr val="330065"/>
                    </a:solidFill>
                  </a:tcPr>
                </a:tc>
                <a:tc>
                  <a:txBody>
                    <a:bodyPr/>
                    <a:lstStyle/>
                    <a:p>
                      <a:r>
                        <a:rPr lang="en-GB" sz="1100" b="1">
                          <a:solidFill>
                            <a:schemeClr val="bg1"/>
                          </a:solidFill>
                        </a:rPr>
                        <a:t>MSE</a:t>
                      </a:r>
                      <a:endParaRPr lang="en-GB"/>
                    </a:p>
                  </a:txBody>
                  <a:tcPr anchor="ctr">
                    <a:solidFill>
                      <a:srgbClr val="330065"/>
                    </a:solidFill>
                  </a:tcPr>
                </a:tc>
                <a:tc>
                  <a:txBody>
                    <a:bodyPr/>
                    <a:lstStyle/>
                    <a:p>
                      <a:r>
                        <a:rPr lang="en-GB" sz="1100" b="1">
                          <a:solidFill>
                            <a:schemeClr val="bg1"/>
                          </a:solidFill>
                        </a:rPr>
                        <a:t>RMSE</a:t>
                      </a:r>
                      <a:endParaRPr lang="en-GB"/>
                    </a:p>
                  </a:txBody>
                  <a:tcPr anchor="ctr">
                    <a:solidFill>
                      <a:srgbClr val="330065"/>
                    </a:solidFill>
                  </a:tcPr>
                </a:tc>
                <a:extLst>
                  <a:ext uri="{0D108BD9-81ED-4DB2-BD59-A6C34878D82A}">
                    <a16:rowId xmlns:a16="http://schemas.microsoft.com/office/drawing/2014/main" val="3057285726"/>
                  </a:ext>
                </a:extLst>
              </a:tr>
              <a:tr h="412543">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black"/>
                          </a:solidFill>
                          <a:effectLst/>
                          <a:uLnTx/>
                          <a:uFillTx/>
                          <a:latin typeface="+mn-lt"/>
                          <a:ea typeface="+mn-ea"/>
                          <a:cs typeface="+mn-cs"/>
                        </a:rPr>
                        <a:t>V1:</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err="1">
                          <a:ln>
                            <a:noFill/>
                          </a:ln>
                          <a:solidFill>
                            <a:prstClr val="black"/>
                          </a:solidFill>
                          <a:effectLst/>
                          <a:uLnTx/>
                          <a:uFillTx/>
                          <a:latin typeface="+mn-lt"/>
                          <a:ea typeface="+mn-ea"/>
                          <a:cs typeface="+mn-cs"/>
                        </a:rPr>
                        <a:t>CubeAI</a:t>
                      </a:r>
                      <a:endParaRPr kumimoji="0" lang="en-GB" sz="1100" b="1" i="0" u="none" strike="noStrike" kern="1200" cap="none" spc="0" normalizeH="0" baseline="0" noProof="0">
                        <a:ln>
                          <a:noFill/>
                        </a:ln>
                        <a:solidFill>
                          <a:prstClr val="black"/>
                        </a:solidFill>
                        <a:effectLst/>
                        <a:uLnTx/>
                        <a:uFillTx/>
                        <a:latin typeface="+mn-lt"/>
                        <a:ea typeface="+mn-ea"/>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black"/>
                          </a:solidFill>
                          <a:effectLst/>
                          <a:uLnTx/>
                          <a:uFillTx/>
                          <a:latin typeface="+mn-lt"/>
                          <a:ea typeface="+mn-ea"/>
                          <a:cs typeface="+mn-cs"/>
                        </a:rPr>
                        <a:t>[16,32,16,16,1]</a:t>
                      </a:r>
                    </a:p>
                  </a:txBody>
                  <a:tcPr anchor="ctr">
                    <a:solidFill>
                      <a:schemeClr val="accent1">
                        <a:lumMod val="20000"/>
                        <a:lumOff val="80000"/>
                      </a:schemeClr>
                    </a:solidFill>
                  </a:tcPr>
                </a:tc>
                <a:tc>
                  <a:txBody>
                    <a:bodyPr/>
                    <a:lstStyle/>
                    <a:p>
                      <a:pPr lvl="0" algn="ctr">
                        <a:lnSpc>
                          <a:spcPct val="200000"/>
                        </a:lnSpc>
                      </a:pPr>
                      <a:r>
                        <a:rPr lang="en-GB" sz="1100" b="0"/>
                        <a:t>M7</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200000"/>
                        </a:lnSpc>
                        <a:spcBef>
                          <a:spcPts val="0"/>
                        </a:spcBef>
                        <a:spcAft>
                          <a:spcPts val="0"/>
                        </a:spcAft>
                        <a:buClrTx/>
                        <a:buSzTx/>
                        <a:buFontTx/>
                        <a:buNone/>
                        <a:tabLst/>
                        <a:defRPr/>
                      </a:pPr>
                      <a:r>
                        <a:rPr lang="en-GB" sz="1100" b="0"/>
                        <a:t>O3</a:t>
                      </a:r>
                    </a:p>
                  </a:txBody>
                  <a:tcPr anchor="ctr">
                    <a:solidFill>
                      <a:schemeClr val="accent1">
                        <a:lumMod val="20000"/>
                        <a:lumOff val="80000"/>
                      </a:schemeClr>
                    </a:solidFill>
                  </a:tcPr>
                </a:tc>
                <a:tc>
                  <a:txBody>
                    <a:bodyPr/>
                    <a:lstStyle/>
                    <a:p>
                      <a:pPr lvl="0" algn="ctr">
                        <a:lnSpc>
                          <a:spcPct val="200000"/>
                        </a:lnSpc>
                      </a:pPr>
                      <a:r>
                        <a:rPr lang="en-GB" sz="1100" b="0"/>
                        <a:t>61</a:t>
                      </a:r>
                    </a:p>
                  </a:txBody>
                  <a:tcPr anchor="ctr">
                    <a:solidFill>
                      <a:schemeClr val="accent1">
                        <a:lumMod val="20000"/>
                        <a:lumOff val="80000"/>
                      </a:schemeClr>
                    </a:solidFill>
                  </a:tcPr>
                </a:tc>
                <a:tc>
                  <a:txBody>
                    <a:bodyPr/>
                    <a:lstStyle/>
                    <a:p>
                      <a:pPr lvl="0" algn="ctr">
                        <a:lnSpc>
                          <a:spcPct val="200000"/>
                        </a:lnSpc>
                      </a:pPr>
                      <a:r>
                        <a:rPr lang="en-GB" sz="1100" b="0"/>
                        <a:t>8.08</a:t>
                      </a:r>
                    </a:p>
                  </a:txBody>
                  <a:tcPr anchor="ctr">
                    <a:solidFill>
                      <a:schemeClr val="accent1">
                        <a:lumMod val="20000"/>
                        <a:lumOff val="80000"/>
                      </a:schemeClr>
                    </a:solidFill>
                  </a:tcPr>
                </a:tc>
                <a:tc>
                  <a:txBody>
                    <a:bodyPr/>
                    <a:lstStyle/>
                    <a:p>
                      <a:pPr lvl="0" algn="ctr">
                        <a:lnSpc>
                          <a:spcPct val="200000"/>
                        </a:lnSpc>
                      </a:pPr>
                      <a:r>
                        <a:rPr lang="en-GB" sz="1100" b="0"/>
                        <a:t>43.91</a:t>
                      </a:r>
                    </a:p>
                  </a:txBody>
                  <a:tcPr anchor="ctr">
                    <a:solidFill>
                      <a:schemeClr val="accent1">
                        <a:lumMod val="20000"/>
                        <a:lumOff val="80000"/>
                      </a:schemeClr>
                    </a:solidFill>
                  </a:tcPr>
                </a:tc>
                <a:tc>
                  <a:txBody>
                    <a:bodyPr/>
                    <a:lstStyle/>
                    <a:p>
                      <a:pPr lvl="0" algn="ctr">
                        <a:lnSpc>
                          <a:spcPct val="200000"/>
                        </a:lnSpc>
                      </a:pPr>
                      <a:r>
                        <a:rPr lang="en-GB" sz="1100" b="0"/>
                        <a:t>0.028</a:t>
                      </a:r>
                    </a:p>
                  </a:txBody>
                  <a:tcPr anchor="ctr">
                    <a:solidFill>
                      <a:schemeClr val="accent1">
                        <a:lumMod val="20000"/>
                        <a:lumOff val="80000"/>
                      </a:schemeClr>
                    </a:solidFill>
                  </a:tcPr>
                </a:tc>
                <a:tc>
                  <a:txBody>
                    <a:bodyPr/>
                    <a:lstStyle/>
                    <a:p>
                      <a:pPr lvl="0" algn="ctr">
                        <a:lnSpc>
                          <a:spcPct val="200000"/>
                        </a:lnSpc>
                      </a:pPr>
                      <a:r>
                        <a:rPr lang="en-GB" sz="1100" b="0"/>
                        <a:t>0.0011</a:t>
                      </a:r>
                    </a:p>
                  </a:txBody>
                  <a:tcPr anchor="ctr">
                    <a:solidFill>
                      <a:schemeClr val="accent1">
                        <a:lumMod val="20000"/>
                        <a:lumOff val="80000"/>
                      </a:schemeClr>
                    </a:solidFill>
                  </a:tcPr>
                </a:tc>
                <a:tc>
                  <a:txBody>
                    <a:bodyPr/>
                    <a:lstStyle/>
                    <a:p>
                      <a:pPr lvl="0" algn="ctr">
                        <a:lnSpc>
                          <a:spcPct val="200000"/>
                        </a:lnSpc>
                      </a:pPr>
                      <a:r>
                        <a:rPr lang="en-GB" sz="1100"/>
                        <a:t>0.0349</a:t>
                      </a:r>
                      <a:endParaRPr lang="en-GB" sz="1100" b="0"/>
                    </a:p>
                  </a:txBody>
                  <a:tcPr anchor="ctr">
                    <a:solidFill>
                      <a:schemeClr val="accent1">
                        <a:lumMod val="20000"/>
                        <a:lumOff val="80000"/>
                      </a:schemeClr>
                    </a:solidFill>
                  </a:tcPr>
                </a:tc>
                <a:extLst>
                  <a:ext uri="{0D108BD9-81ED-4DB2-BD59-A6C34878D82A}">
                    <a16:rowId xmlns:a16="http://schemas.microsoft.com/office/drawing/2014/main" val="2427086366"/>
                  </a:ext>
                </a:extLst>
              </a:tr>
              <a:tr h="412543">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black"/>
                          </a:solidFill>
                          <a:effectLst/>
                          <a:uLnTx/>
                          <a:uFillTx/>
                          <a:latin typeface="+mn-lt"/>
                          <a:ea typeface="+mn-ea"/>
                          <a:cs typeface="+mn-cs"/>
                        </a:rPr>
                        <a:t>V2:</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err="1">
                          <a:ln>
                            <a:noFill/>
                          </a:ln>
                          <a:solidFill>
                            <a:prstClr val="black"/>
                          </a:solidFill>
                          <a:effectLst/>
                          <a:uLnTx/>
                          <a:uFillTx/>
                          <a:latin typeface="+mn-lt"/>
                          <a:ea typeface="+mn-ea"/>
                          <a:cs typeface="+mn-cs"/>
                        </a:rPr>
                        <a:t>CubeAI</a:t>
                      </a:r>
                      <a:endParaRPr kumimoji="0" lang="en-GB" sz="1100" b="1" i="0" u="none" strike="noStrike" kern="1200" cap="none" spc="0" normalizeH="0" baseline="0" noProof="0">
                        <a:ln>
                          <a:noFill/>
                        </a:ln>
                        <a:solidFill>
                          <a:prstClr val="black"/>
                        </a:solidFill>
                        <a:effectLst/>
                        <a:uLnTx/>
                        <a:uFillTx/>
                        <a:latin typeface="+mn-lt"/>
                        <a:ea typeface="+mn-ea"/>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black"/>
                          </a:solidFill>
                          <a:effectLst/>
                          <a:uLnTx/>
                          <a:uFillTx/>
                          <a:latin typeface="+mn-lt"/>
                          <a:ea typeface="+mn-ea"/>
                          <a:cs typeface="+mn-cs"/>
                        </a:rPr>
                        <a:t>[48,32,32,16,1]</a:t>
                      </a:r>
                    </a:p>
                  </a:txBody>
                  <a:tcPr anchor="ctr">
                    <a:solidFill>
                      <a:schemeClr val="accent1">
                        <a:lumMod val="20000"/>
                        <a:lumOff val="80000"/>
                      </a:schemeClr>
                    </a:solidFill>
                  </a:tcPr>
                </a:tc>
                <a:tc>
                  <a:txBody>
                    <a:bodyPr/>
                    <a:lstStyle/>
                    <a:p>
                      <a:pPr lvl="0" algn="ctr">
                        <a:lnSpc>
                          <a:spcPct val="200000"/>
                        </a:lnSpc>
                      </a:pPr>
                      <a:r>
                        <a:rPr lang="en-GB" sz="1100" b="0"/>
                        <a:t>M7</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200000"/>
                        </a:lnSpc>
                        <a:spcBef>
                          <a:spcPts val="0"/>
                        </a:spcBef>
                        <a:spcAft>
                          <a:spcPts val="0"/>
                        </a:spcAft>
                        <a:buClrTx/>
                        <a:buSzTx/>
                        <a:buFontTx/>
                        <a:buNone/>
                        <a:tabLst/>
                        <a:defRPr/>
                      </a:pPr>
                      <a:r>
                        <a:rPr lang="en-GB" sz="1100" b="0"/>
                        <a:t>O3</a:t>
                      </a:r>
                    </a:p>
                  </a:txBody>
                  <a:tcPr anchor="ctr">
                    <a:solidFill>
                      <a:schemeClr val="accent1">
                        <a:lumMod val="20000"/>
                        <a:lumOff val="80000"/>
                      </a:schemeClr>
                    </a:solidFill>
                  </a:tcPr>
                </a:tc>
                <a:tc>
                  <a:txBody>
                    <a:bodyPr/>
                    <a:lstStyle/>
                    <a:p>
                      <a:pPr lvl="0" algn="ctr">
                        <a:lnSpc>
                          <a:spcPct val="200000"/>
                        </a:lnSpc>
                      </a:pPr>
                      <a:r>
                        <a:rPr lang="en-GB" sz="1100" b="0"/>
                        <a:t>89</a:t>
                      </a:r>
                    </a:p>
                  </a:txBody>
                  <a:tcPr anchor="ctr">
                    <a:solidFill>
                      <a:schemeClr val="accent1">
                        <a:lumMod val="20000"/>
                        <a:lumOff val="80000"/>
                      </a:schemeClr>
                    </a:solidFill>
                  </a:tcPr>
                </a:tc>
                <a:tc>
                  <a:txBody>
                    <a:bodyPr/>
                    <a:lstStyle/>
                    <a:p>
                      <a:pPr lvl="0" algn="ctr">
                        <a:lnSpc>
                          <a:spcPct val="200000"/>
                        </a:lnSpc>
                      </a:pPr>
                      <a:r>
                        <a:rPr lang="en-GB" sz="1100" b="0"/>
                        <a:t>8.2</a:t>
                      </a:r>
                    </a:p>
                  </a:txBody>
                  <a:tcPr anchor="ctr">
                    <a:solidFill>
                      <a:schemeClr val="accent1">
                        <a:lumMod val="20000"/>
                        <a:lumOff val="80000"/>
                      </a:schemeClr>
                    </a:solidFill>
                  </a:tcPr>
                </a:tc>
                <a:tc>
                  <a:txBody>
                    <a:bodyPr/>
                    <a:lstStyle/>
                    <a:p>
                      <a:pPr lvl="0" algn="ctr">
                        <a:lnSpc>
                          <a:spcPct val="200000"/>
                        </a:lnSpc>
                      </a:pPr>
                      <a:r>
                        <a:rPr lang="en-GB" sz="1100" b="0"/>
                        <a:t>47.90</a:t>
                      </a:r>
                    </a:p>
                  </a:txBody>
                  <a:tcPr anchor="ctr">
                    <a:solidFill>
                      <a:schemeClr val="accent1">
                        <a:lumMod val="20000"/>
                        <a:lumOff val="80000"/>
                      </a:schemeClr>
                    </a:solidFill>
                  </a:tcPr>
                </a:tc>
                <a:tc>
                  <a:txBody>
                    <a:bodyPr/>
                    <a:lstStyle/>
                    <a:p>
                      <a:pPr lvl="0" algn="ctr">
                        <a:lnSpc>
                          <a:spcPct val="200000"/>
                        </a:lnSpc>
                      </a:pPr>
                      <a:r>
                        <a:rPr lang="en-GB" sz="1100" b="0"/>
                        <a:t>0.0266</a:t>
                      </a:r>
                    </a:p>
                  </a:txBody>
                  <a:tcPr anchor="ctr">
                    <a:solidFill>
                      <a:schemeClr val="accent1">
                        <a:lumMod val="20000"/>
                        <a:lumOff val="80000"/>
                      </a:schemeClr>
                    </a:solidFill>
                  </a:tcPr>
                </a:tc>
                <a:tc>
                  <a:txBody>
                    <a:bodyPr/>
                    <a:lstStyle/>
                    <a:p>
                      <a:pPr lvl="0" algn="ctr">
                        <a:lnSpc>
                          <a:spcPct val="200000"/>
                        </a:lnSpc>
                      </a:pPr>
                      <a:r>
                        <a:rPr lang="en-GB" sz="1100" b="0"/>
                        <a:t>0.0012</a:t>
                      </a:r>
                    </a:p>
                  </a:txBody>
                  <a:tcPr anchor="ctr">
                    <a:solidFill>
                      <a:schemeClr val="accent1">
                        <a:lumMod val="20000"/>
                        <a:lumOff val="80000"/>
                      </a:schemeClr>
                    </a:solidFill>
                  </a:tcPr>
                </a:tc>
                <a:tc>
                  <a:txBody>
                    <a:bodyPr/>
                    <a:lstStyle/>
                    <a:p>
                      <a:pPr lvl="0" algn="ctr">
                        <a:lnSpc>
                          <a:spcPct val="200000"/>
                        </a:lnSpc>
                      </a:pPr>
                      <a:r>
                        <a:rPr lang="en-GB" sz="1100"/>
                        <a:t>0.0347</a:t>
                      </a:r>
                    </a:p>
                  </a:txBody>
                  <a:tcPr anchor="ctr">
                    <a:solidFill>
                      <a:schemeClr val="accent1">
                        <a:lumMod val="20000"/>
                        <a:lumOff val="80000"/>
                      </a:schemeClr>
                    </a:solidFill>
                  </a:tcPr>
                </a:tc>
                <a:extLst>
                  <a:ext uri="{0D108BD9-81ED-4DB2-BD59-A6C34878D82A}">
                    <a16:rowId xmlns:a16="http://schemas.microsoft.com/office/drawing/2014/main" val="2464682386"/>
                  </a:ext>
                </a:extLst>
              </a:tr>
            </a:tbl>
          </a:graphicData>
        </a:graphic>
      </p:graphicFrame>
      <p:grpSp>
        <p:nvGrpSpPr>
          <p:cNvPr id="4" name="Group 3">
            <a:extLst>
              <a:ext uri="{FF2B5EF4-FFF2-40B4-BE49-F238E27FC236}">
                <a16:creationId xmlns:a16="http://schemas.microsoft.com/office/drawing/2014/main" id="{59C485FD-4F3D-A540-9E29-3305F20BA521}"/>
              </a:ext>
            </a:extLst>
          </p:cNvPr>
          <p:cNvGrpSpPr/>
          <p:nvPr/>
        </p:nvGrpSpPr>
        <p:grpSpPr>
          <a:xfrm>
            <a:off x="95059" y="976574"/>
            <a:ext cx="2041075" cy="3293223"/>
            <a:chOff x="195376" y="1039634"/>
            <a:chExt cx="2041075" cy="3293223"/>
          </a:xfrm>
        </p:grpSpPr>
        <p:pic>
          <p:nvPicPr>
            <p:cNvPr id="5" name="Picture 4">
              <a:extLst>
                <a:ext uri="{FF2B5EF4-FFF2-40B4-BE49-F238E27FC236}">
                  <a16:creationId xmlns:a16="http://schemas.microsoft.com/office/drawing/2014/main" id="{3ECDDC70-DC01-333C-9FD8-E868D7B7E8DF}"/>
                </a:ext>
              </a:extLst>
            </p:cNvPr>
            <p:cNvPicPr>
              <a:picLocks noChangeAspect="1"/>
            </p:cNvPicPr>
            <p:nvPr/>
          </p:nvPicPr>
          <p:blipFill>
            <a:blip r:embed="rId4"/>
            <a:srcRect r="66428"/>
            <a:stretch>
              <a:fillRect/>
            </a:stretch>
          </p:blipFill>
          <p:spPr>
            <a:xfrm>
              <a:off x="195376" y="1039634"/>
              <a:ext cx="2041075" cy="3293223"/>
            </a:xfrm>
            <a:prstGeom prst="rect">
              <a:avLst/>
            </a:prstGeom>
          </p:spPr>
        </p:pic>
        <p:sp>
          <p:nvSpPr>
            <p:cNvPr id="21" name="TextBox 20">
              <a:extLst>
                <a:ext uri="{FF2B5EF4-FFF2-40B4-BE49-F238E27FC236}">
                  <a16:creationId xmlns:a16="http://schemas.microsoft.com/office/drawing/2014/main" id="{1D6181B9-5764-14E8-29A9-3CE67D633D61}"/>
                </a:ext>
              </a:extLst>
            </p:cNvPr>
            <p:cNvSpPr txBox="1"/>
            <p:nvPr/>
          </p:nvSpPr>
          <p:spPr>
            <a:xfrm>
              <a:off x="1757750" y="1319299"/>
              <a:ext cx="478701" cy="307777"/>
            </a:xfrm>
            <a:prstGeom prst="rect">
              <a:avLst/>
            </a:prstGeom>
            <a:noFill/>
          </p:spPr>
          <p:txBody>
            <a:bodyPr wrap="square" rtlCol="0">
              <a:spAutoFit/>
            </a:bodyPr>
            <a:lstStyle/>
            <a:p>
              <a:pPr algn="ctr"/>
              <a:r>
                <a:rPr lang="en-GB" sz="1400">
                  <a:solidFill>
                    <a:schemeClr val="bg1"/>
                  </a:solidFill>
                </a:rPr>
                <a:t>V1</a:t>
              </a:r>
              <a:endParaRPr lang="en-GB">
                <a:solidFill>
                  <a:schemeClr val="bg1"/>
                </a:solidFill>
              </a:endParaRPr>
            </a:p>
          </p:txBody>
        </p:sp>
      </p:grpSp>
      <p:sp>
        <p:nvSpPr>
          <p:cNvPr id="34" name="Title 1">
            <a:extLst>
              <a:ext uri="{FF2B5EF4-FFF2-40B4-BE49-F238E27FC236}">
                <a16:creationId xmlns:a16="http://schemas.microsoft.com/office/drawing/2014/main" id="{EFB855DD-FC09-5868-8196-0E9517525E3E}"/>
              </a:ext>
            </a:extLst>
          </p:cNvPr>
          <p:cNvSpPr>
            <a:spLocks noGrp="1"/>
          </p:cNvSpPr>
          <p:nvPr>
            <p:ph type="title"/>
          </p:nvPr>
        </p:nvSpPr>
        <p:spPr>
          <a:xfrm>
            <a:off x="0" y="0"/>
            <a:ext cx="12192000" cy="854968"/>
          </a:xfrm>
        </p:spPr>
        <p:txBody>
          <a:bodyPr>
            <a:noAutofit/>
          </a:bodyPr>
          <a:lstStyle/>
          <a:p>
            <a:r>
              <a:rPr lang="en-GB" sz="2800"/>
              <a:t>Part 3 - Training and Development of a Sine-Wave Model</a:t>
            </a:r>
          </a:p>
        </p:txBody>
      </p:sp>
      <p:pic>
        <p:nvPicPr>
          <p:cNvPr id="19" name="Picture 18">
            <a:extLst>
              <a:ext uri="{FF2B5EF4-FFF2-40B4-BE49-F238E27FC236}">
                <a16:creationId xmlns:a16="http://schemas.microsoft.com/office/drawing/2014/main" id="{768EEC9C-1B4F-D819-1E32-2831CECFFF6E}"/>
              </a:ext>
            </a:extLst>
          </p:cNvPr>
          <p:cNvPicPr>
            <a:picLocks noChangeAspect="1"/>
          </p:cNvPicPr>
          <p:nvPr/>
        </p:nvPicPr>
        <p:blipFill>
          <a:blip r:embed="rId5"/>
          <a:stretch>
            <a:fillRect/>
          </a:stretch>
        </p:blipFill>
        <p:spPr>
          <a:xfrm>
            <a:off x="4636045" y="3282880"/>
            <a:ext cx="6072775" cy="2547510"/>
          </a:xfrm>
          <a:prstGeom prst="rect">
            <a:avLst/>
          </a:prstGeom>
        </p:spPr>
      </p:pic>
      <p:cxnSp>
        <p:nvCxnSpPr>
          <p:cNvPr id="7" name="Straight Connector 6">
            <a:extLst>
              <a:ext uri="{FF2B5EF4-FFF2-40B4-BE49-F238E27FC236}">
                <a16:creationId xmlns:a16="http://schemas.microsoft.com/office/drawing/2014/main" id="{D724DCD0-0C03-2411-A0C4-BB7AF438B0C0}"/>
              </a:ext>
            </a:extLst>
          </p:cNvPr>
          <p:cNvCxnSpPr/>
          <p:nvPr/>
        </p:nvCxnSpPr>
        <p:spPr>
          <a:xfrm>
            <a:off x="3331029" y="3167743"/>
            <a:ext cx="8765912"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62BE5DF8-E881-CF78-F062-C2336EB148EB}"/>
              </a:ext>
            </a:extLst>
          </p:cNvPr>
          <p:cNvCxnSpPr/>
          <p:nvPr/>
        </p:nvCxnSpPr>
        <p:spPr>
          <a:xfrm>
            <a:off x="3145971" y="690217"/>
            <a:ext cx="0" cy="51075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4249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E0174-CD2A-AC90-27DC-2E6B31EDBB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B60DBF-ACCF-D17E-1CA6-EDAB6D4DC5FC}"/>
              </a:ext>
            </a:extLst>
          </p:cNvPr>
          <p:cNvSpPr txBox="1"/>
          <p:nvPr/>
        </p:nvSpPr>
        <p:spPr>
          <a:xfrm>
            <a:off x="0" y="670302"/>
            <a:ext cx="1045030" cy="369332"/>
          </a:xfrm>
          <a:prstGeom prst="rect">
            <a:avLst/>
          </a:prstGeom>
          <a:noFill/>
        </p:spPr>
        <p:txBody>
          <a:bodyPr wrap="square" rtlCol="0">
            <a:spAutoFit/>
          </a:bodyPr>
          <a:lstStyle/>
          <a:p>
            <a:pPr algn="ctr"/>
            <a:r>
              <a:rPr lang="en-GB" b="1">
                <a:solidFill>
                  <a:srgbClr val="330065"/>
                </a:solidFill>
              </a:rPr>
              <a:t>Case 3</a:t>
            </a:r>
          </a:p>
        </p:txBody>
      </p:sp>
      <p:sp>
        <p:nvSpPr>
          <p:cNvPr id="6" name="Title 1">
            <a:extLst>
              <a:ext uri="{FF2B5EF4-FFF2-40B4-BE49-F238E27FC236}">
                <a16:creationId xmlns:a16="http://schemas.microsoft.com/office/drawing/2014/main" id="{0032D59C-C57D-87A4-157A-C84818445B46}"/>
              </a:ext>
            </a:extLst>
          </p:cNvPr>
          <p:cNvSpPr>
            <a:spLocks noGrp="1"/>
          </p:cNvSpPr>
          <p:nvPr>
            <p:ph type="title"/>
          </p:nvPr>
        </p:nvSpPr>
        <p:spPr>
          <a:xfrm>
            <a:off x="0" y="0"/>
            <a:ext cx="12192000" cy="854968"/>
          </a:xfrm>
        </p:spPr>
        <p:txBody>
          <a:bodyPr>
            <a:noAutofit/>
          </a:bodyPr>
          <a:lstStyle/>
          <a:p>
            <a:r>
              <a:rPr lang="en-GB" sz="2800"/>
              <a:t>Part 3 - Training and Development of a Sine-Wave Model</a:t>
            </a:r>
          </a:p>
        </p:txBody>
      </p:sp>
      <p:graphicFrame>
        <p:nvGraphicFramePr>
          <p:cNvPr id="2" name="Table 1">
            <a:extLst>
              <a:ext uri="{FF2B5EF4-FFF2-40B4-BE49-F238E27FC236}">
                <a16:creationId xmlns:a16="http://schemas.microsoft.com/office/drawing/2014/main" id="{5FC4FC70-13F8-763A-F4A1-25F316DFE213}"/>
              </a:ext>
            </a:extLst>
          </p:cNvPr>
          <p:cNvGraphicFramePr>
            <a:graphicFrameLocks noGrp="1"/>
          </p:cNvGraphicFramePr>
          <p:nvPr>
            <p:extLst>
              <p:ext uri="{D42A27DB-BD31-4B8C-83A1-F6EECF244321}">
                <p14:modId xmlns:p14="http://schemas.microsoft.com/office/powerpoint/2010/main" val="2519395532"/>
              </p:ext>
            </p:extLst>
          </p:nvPr>
        </p:nvGraphicFramePr>
        <p:xfrm>
          <a:off x="2932002" y="854968"/>
          <a:ext cx="9049407" cy="1840199"/>
        </p:xfrm>
        <a:graphic>
          <a:graphicData uri="http://schemas.openxmlformats.org/drawingml/2006/table">
            <a:tbl>
              <a:tblPr firstRow="1" bandRow="1">
                <a:tableStyleId>{5C22544A-7EE6-4342-B048-85BDC9FD1C3A}</a:tableStyleId>
              </a:tblPr>
              <a:tblGrid>
                <a:gridCol w="1168774">
                  <a:extLst>
                    <a:ext uri="{9D8B030D-6E8A-4147-A177-3AD203B41FA5}">
                      <a16:colId xmlns:a16="http://schemas.microsoft.com/office/drawing/2014/main" val="2561705747"/>
                    </a:ext>
                  </a:extLst>
                </a:gridCol>
                <a:gridCol w="1016973">
                  <a:extLst>
                    <a:ext uri="{9D8B030D-6E8A-4147-A177-3AD203B41FA5}">
                      <a16:colId xmlns:a16="http://schemas.microsoft.com/office/drawing/2014/main" val="3581294744"/>
                    </a:ext>
                  </a:extLst>
                </a:gridCol>
                <a:gridCol w="1143943">
                  <a:extLst>
                    <a:ext uri="{9D8B030D-6E8A-4147-A177-3AD203B41FA5}">
                      <a16:colId xmlns:a16="http://schemas.microsoft.com/office/drawing/2014/main" val="1205690839"/>
                    </a:ext>
                  </a:extLst>
                </a:gridCol>
                <a:gridCol w="817102">
                  <a:extLst>
                    <a:ext uri="{9D8B030D-6E8A-4147-A177-3AD203B41FA5}">
                      <a16:colId xmlns:a16="http://schemas.microsoft.com/office/drawing/2014/main" val="1467056660"/>
                    </a:ext>
                  </a:extLst>
                </a:gridCol>
                <a:gridCol w="1195013">
                  <a:extLst>
                    <a:ext uri="{9D8B030D-6E8A-4147-A177-3AD203B41FA5}">
                      <a16:colId xmlns:a16="http://schemas.microsoft.com/office/drawing/2014/main" val="3487223262"/>
                    </a:ext>
                  </a:extLst>
                </a:gridCol>
                <a:gridCol w="1215364">
                  <a:extLst>
                    <a:ext uri="{9D8B030D-6E8A-4147-A177-3AD203B41FA5}">
                      <a16:colId xmlns:a16="http://schemas.microsoft.com/office/drawing/2014/main" val="301501788"/>
                    </a:ext>
                  </a:extLst>
                </a:gridCol>
                <a:gridCol w="867987">
                  <a:extLst>
                    <a:ext uri="{9D8B030D-6E8A-4147-A177-3AD203B41FA5}">
                      <a16:colId xmlns:a16="http://schemas.microsoft.com/office/drawing/2014/main" val="1249422757"/>
                    </a:ext>
                  </a:extLst>
                </a:gridCol>
                <a:gridCol w="842206">
                  <a:extLst>
                    <a:ext uri="{9D8B030D-6E8A-4147-A177-3AD203B41FA5}">
                      <a16:colId xmlns:a16="http://schemas.microsoft.com/office/drawing/2014/main" val="2782527184"/>
                    </a:ext>
                  </a:extLst>
                </a:gridCol>
                <a:gridCol w="782045">
                  <a:extLst>
                    <a:ext uri="{9D8B030D-6E8A-4147-A177-3AD203B41FA5}">
                      <a16:colId xmlns:a16="http://schemas.microsoft.com/office/drawing/2014/main" val="1690209858"/>
                    </a:ext>
                  </a:extLst>
                </a:gridCol>
              </a:tblGrid>
              <a:tr h="427076">
                <a:tc rowSpan="3">
                  <a:txBody>
                    <a:bodyPr/>
                    <a:lstStyle/>
                    <a:p>
                      <a:pPr algn="ctr"/>
                      <a:r>
                        <a:rPr lang="en-GB" sz="1100"/>
                        <a:t>Deployment</a:t>
                      </a:r>
                    </a:p>
                  </a:txBody>
                  <a:tcPr anchor="ctr">
                    <a:solidFill>
                      <a:srgbClr val="330065"/>
                    </a:solidFill>
                  </a:tcPr>
                </a:tc>
                <a:tc rowSpan="3">
                  <a:txBody>
                    <a:bodyPr/>
                    <a:lstStyle/>
                    <a:p>
                      <a:pPr algn="ctr"/>
                      <a:r>
                        <a:rPr lang="en-GB" sz="1100"/>
                        <a:t>Processor</a:t>
                      </a:r>
                    </a:p>
                  </a:txBody>
                  <a:tcPr anchor="ctr">
                    <a:solidFill>
                      <a:srgbClr val="330065"/>
                    </a:solidFill>
                  </a:tcPr>
                </a:tc>
                <a:tc rowSpan="3">
                  <a:txBody>
                    <a:bodyPr/>
                    <a:lstStyle/>
                    <a:p>
                      <a:pPr algn="ctr"/>
                      <a:r>
                        <a:rPr lang="en-GB" sz="1100"/>
                        <a:t>Optimisation</a:t>
                      </a:r>
                    </a:p>
                  </a:txBody>
                  <a:tcPr anchor="ctr">
                    <a:solidFill>
                      <a:srgbClr val="330065"/>
                    </a:solidFill>
                  </a:tcPr>
                </a:tc>
                <a:tc rowSpan="3">
                  <a:txBody>
                    <a:bodyPr/>
                    <a:lstStyle/>
                    <a:p>
                      <a:pPr algn="ctr"/>
                      <a:r>
                        <a:rPr lang="en-GB" sz="1100"/>
                        <a:t>Av. Inference Time (</a:t>
                      </a:r>
                      <a:r>
                        <a:rPr lang="el-GR" sz="1100" b="1" i="0" kern="1200">
                          <a:solidFill>
                            <a:schemeClr val="lt1"/>
                          </a:solidFill>
                          <a:effectLst/>
                          <a:latin typeface="+mn-lt"/>
                          <a:ea typeface="+mn-ea"/>
                          <a:cs typeface="+mn-cs"/>
                        </a:rPr>
                        <a:t>μ</a:t>
                      </a:r>
                      <a:r>
                        <a:rPr lang="en-GB" sz="1100" b="1" i="0" kern="1200">
                          <a:solidFill>
                            <a:schemeClr val="lt1"/>
                          </a:solidFill>
                          <a:effectLst/>
                          <a:latin typeface="+mn-lt"/>
                          <a:ea typeface="+mn-ea"/>
                          <a:cs typeface="+mn-cs"/>
                        </a:rPr>
                        <a:t>s</a:t>
                      </a:r>
                      <a:r>
                        <a:rPr lang="en-GB" sz="1100" b="0" i="0" kern="1200">
                          <a:solidFill>
                            <a:schemeClr val="lt1"/>
                          </a:solidFill>
                          <a:effectLst/>
                          <a:latin typeface="+mn-lt"/>
                          <a:ea typeface="+mn-ea"/>
                          <a:cs typeface="+mn-cs"/>
                        </a:rPr>
                        <a:t>)</a:t>
                      </a:r>
                      <a:endParaRPr lang="en-GB" sz="1100"/>
                    </a:p>
                  </a:txBody>
                  <a:tcPr anchor="ctr">
                    <a:solidFill>
                      <a:srgbClr val="330065"/>
                    </a:solidFill>
                  </a:tcPr>
                </a:tc>
                <a:tc gridSpan="2">
                  <a:txBody>
                    <a:bodyPr/>
                    <a:lstStyle/>
                    <a:p>
                      <a:pPr algn="ctr"/>
                      <a:r>
                        <a:rPr lang="en-GB" sz="1100"/>
                        <a:t>Memory Utilisation (KB)</a:t>
                      </a:r>
                    </a:p>
                  </a:txBody>
                  <a:tcPr anchor="ctr">
                    <a:solidFill>
                      <a:srgbClr val="330065"/>
                    </a:solidFill>
                  </a:tcPr>
                </a:tc>
                <a:tc hMerge="1">
                  <a:txBody>
                    <a:bodyPr/>
                    <a:lstStyle/>
                    <a:p>
                      <a:pPr algn="ctr"/>
                      <a:endParaRPr lang="en-GB" sz="1100"/>
                    </a:p>
                  </a:txBody>
                  <a:tcPr anchor="ctr">
                    <a:solidFill>
                      <a:srgbClr val="330065"/>
                    </a:solidFill>
                  </a:tcPr>
                </a:tc>
                <a:tc rowSpan="2" gridSpan="3">
                  <a:txBody>
                    <a:bodyPr/>
                    <a:lstStyle/>
                    <a:p>
                      <a:pPr algn="ctr"/>
                      <a:r>
                        <a:rPr lang="en-GB" sz="1100"/>
                        <a:t>Evaluation Metrics</a:t>
                      </a:r>
                    </a:p>
                  </a:txBody>
                  <a:tcPr anchor="ctr">
                    <a:solidFill>
                      <a:srgbClr val="330065"/>
                    </a:solidFill>
                  </a:tcPr>
                </a:tc>
                <a:tc rowSpan="2" hMerge="1">
                  <a:txBody>
                    <a:bodyPr/>
                    <a:lstStyle/>
                    <a:p>
                      <a:endParaRPr lang="en-GB"/>
                    </a:p>
                  </a:txBody>
                  <a:tcPr/>
                </a:tc>
                <a:tc rowSpan="2" hMerge="1">
                  <a:txBody>
                    <a:bodyPr/>
                    <a:lstStyle/>
                    <a:p>
                      <a:endParaRPr lang="en-GB"/>
                    </a:p>
                  </a:txBody>
                  <a:tcPr/>
                </a:tc>
                <a:extLst>
                  <a:ext uri="{0D108BD9-81ED-4DB2-BD59-A6C34878D82A}">
                    <a16:rowId xmlns:a16="http://schemas.microsoft.com/office/drawing/2014/main" val="520740286"/>
                  </a:ext>
                </a:extLst>
              </a:tr>
              <a:tr h="300080">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rowSpan="2">
                  <a:txBody>
                    <a:bodyPr/>
                    <a:lstStyle/>
                    <a:p>
                      <a:pPr algn="ctr"/>
                      <a:r>
                        <a:rPr lang="en-GB" sz="1100" b="1">
                          <a:solidFill>
                            <a:schemeClr val="bg1"/>
                          </a:solidFill>
                        </a:rPr>
                        <a:t>RAM</a:t>
                      </a:r>
                    </a:p>
                  </a:txBody>
                  <a:tcPr anchor="ctr">
                    <a:solidFill>
                      <a:srgbClr val="330065"/>
                    </a:solidFill>
                  </a:tcPr>
                </a:tc>
                <a:tc rowSpan="2">
                  <a:txBody>
                    <a:bodyPr/>
                    <a:lstStyle/>
                    <a:p>
                      <a:pPr algn="ctr"/>
                      <a:r>
                        <a:rPr lang="en-GB" sz="1100" b="1">
                          <a:solidFill>
                            <a:schemeClr val="bg1"/>
                          </a:solidFill>
                        </a:rPr>
                        <a:t>Flash</a:t>
                      </a:r>
                    </a:p>
                  </a:txBody>
                  <a:tcPr anchor="ctr">
                    <a:solidFill>
                      <a:srgbClr val="330065"/>
                    </a:solidFill>
                  </a:tcPr>
                </a:tc>
                <a:tc gridSpan="3" vMerge="1">
                  <a:txBody>
                    <a:bodyPr/>
                    <a:lstStyle/>
                    <a:p>
                      <a:endParaRPr lang="en-GB"/>
                    </a:p>
                  </a:txBody>
                  <a:tcPr/>
                </a:tc>
                <a:tc hMerge="1" vMerge="1">
                  <a:txBody>
                    <a:bodyPr/>
                    <a:lstStyle/>
                    <a:p>
                      <a:endParaRPr lang="en-GB"/>
                    </a:p>
                  </a:txBody>
                  <a:tcPr/>
                </a:tc>
                <a:tc hMerge="1" vMerge="1">
                  <a:txBody>
                    <a:bodyPr/>
                    <a:lstStyle/>
                    <a:p>
                      <a:endParaRPr lang="en-GB"/>
                    </a:p>
                  </a:txBody>
                  <a:tcPr/>
                </a:tc>
                <a:extLst>
                  <a:ext uri="{0D108BD9-81ED-4DB2-BD59-A6C34878D82A}">
                    <a16:rowId xmlns:a16="http://schemas.microsoft.com/office/drawing/2014/main" val="551159401"/>
                  </a:ext>
                </a:extLst>
              </a:tr>
              <a:tr h="402406">
                <a:tc vMerge="1">
                  <a:txBody>
                    <a:bodyPr/>
                    <a:lstStyle/>
                    <a:p>
                      <a:pPr algn="ctr"/>
                      <a:endParaRPr lang="en-GB" sz="1100"/>
                    </a:p>
                  </a:txBody>
                  <a:tcPr anchor="ctr">
                    <a:solidFill>
                      <a:srgbClr val="330065"/>
                    </a:solidFill>
                  </a:tcPr>
                </a:tc>
                <a:tc vMerge="1">
                  <a:txBody>
                    <a:bodyPr/>
                    <a:lstStyle/>
                    <a:p>
                      <a:pPr algn="ctr"/>
                      <a:endParaRPr lang="en-GB" sz="1100"/>
                    </a:p>
                  </a:txBody>
                  <a:tcPr anchor="ctr">
                    <a:solidFill>
                      <a:srgbClr val="330065"/>
                    </a:solidFill>
                  </a:tcPr>
                </a:tc>
                <a:tc vMerge="1">
                  <a:txBody>
                    <a:bodyPr/>
                    <a:lstStyle/>
                    <a:p>
                      <a:pPr algn="ctr"/>
                      <a:endParaRPr lang="en-GB" sz="1100"/>
                    </a:p>
                  </a:txBody>
                  <a:tcPr anchor="ctr">
                    <a:solidFill>
                      <a:srgbClr val="330065"/>
                    </a:solidFill>
                  </a:tcPr>
                </a:tc>
                <a:tc vMerge="1">
                  <a:txBody>
                    <a:bodyPr/>
                    <a:lstStyle/>
                    <a:p>
                      <a:pPr algn="ctr"/>
                      <a:endParaRPr lang="en-GB" sz="1100"/>
                    </a:p>
                  </a:txBody>
                  <a:tcPr anchor="ctr">
                    <a:solidFill>
                      <a:srgbClr val="330065"/>
                    </a:solidFill>
                  </a:tcPr>
                </a:tc>
                <a:tc vMerge="1">
                  <a:txBody>
                    <a:bodyPr/>
                    <a:lstStyle/>
                    <a:p>
                      <a:pPr algn="ctr"/>
                      <a:endParaRPr lang="en-GB" sz="1100" b="1">
                        <a:solidFill>
                          <a:schemeClr val="bg1"/>
                        </a:solidFill>
                      </a:endParaRPr>
                    </a:p>
                  </a:txBody>
                  <a:tcPr anchor="ctr">
                    <a:solidFill>
                      <a:srgbClr val="330065"/>
                    </a:solidFill>
                  </a:tcPr>
                </a:tc>
                <a:tc vMerge="1">
                  <a:txBody>
                    <a:bodyPr/>
                    <a:lstStyle/>
                    <a:p>
                      <a:pPr algn="ctr"/>
                      <a:endParaRPr lang="en-GB" sz="1100" b="1">
                        <a:solidFill>
                          <a:schemeClr val="bg1"/>
                        </a:solidFill>
                      </a:endParaRPr>
                    </a:p>
                  </a:txBody>
                  <a:tcPr anchor="ctr">
                    <a:solidFill>
                      <a:srgbClr val="330065"/>
                    </a:solidFill>
                  </a:tcPr>
                </a:tc>
                <a:tc>
                  <a:txBody>
                    <a:bodyPr/>
                    <a:lstStyle/>
                    <a:p>
                      <a:pPr algn="ctr"/>
                      <a:r>
                        <a:rPr lang="en-GB" sz="1100" b="1">
                          <a:solidFill>
                            <a:schemeClr val="bg1"/>
                          </a:solidFill>
                        </a:rPr>
                        <a:t>MAE</a:t>
                      </a:r>
                    </a:p>
                  </a:txBody>
                  <a:tcPr anchor="ctr">
                    <a:solidFill>
                      <a:srgbClr val="330065"/>
                    </a:solidFill>
                  </a:tcPr>
                </a:tc>
                <a:tc>
                  <a:txBody>
                    <a:bodyPr/>
                    <a:lstStyle/>
                    <a:p>
                      <a:pPr algn="ctr"/>
                      <a:r>
                        <a:rPr lang="en-GB" sz="1100" b="1">
                          <a:solidFill>
                            <a:schemeClr val="bg1"/>
                          </a:solidFill>
                        </a:rPr>
                        <a:t>MSE</a:t>
                      </a:r>
                    </a:p>
                  </a:txBody>
                  <a:tcPr anchor="ctr">
                    <a:solidFill>
                      <a:srgbClr val="330065"/>
                    </a:solidFill>
                  </a:tcPr>
                </a:tc>
                <a:tc>
                  <a:txBody>
                    <a:bodyPr/>
                    <a:lstStyle/>
                    <a:p>
                      <a:pPr algn="ctr"/>
                      <a:r>
                        <a:rPr lang="en-GB" sz="1100" b="1">
                          <a:solidFill>
                            <a:schemeClr val="bg1"/>
                          </a:solidFill>
                        </a:rPr>
                        <a:t>RMSE</a:t>
                      </a:r>
                    </a:p>
                  </a:txBody>
                  <a:tcPr anchor="ctr">
                    <a:solidFill>
                      <a:srgbClr val="330065"/>
                    </a:solidFill>
                  </a:tcPr>
                </a:tc>
                <a:extLst>
                  <a:ext uri="{0D108BD9-81ED-4DB2-BD59-A6C34878D82A}">
                    <a16:rowId xmlns:a16="http://schemas.microsoft.com/office/drawing/2014/main" val="3057285726"/>
                  </a:ext>
                </a:extLst>
              </a:tr>
              <a:tr h="710637">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mn-lt"/>
                          <a:ea typeface="+mn-ea"/>
                          <a:cs typeface="+mn-cs"/>
                        </a:rPr>
                        <a:t>Case 3:</a:t>
                      </a:r>
                      <a:br>
                        <a:rPr kumimoji="0" lang="en-GB" sz="1100" b="0" i="0" u="none" strike="noStrike" kern="1200" cap="none" spc="0" normalizeH="0" baseline="0" noProof="0">
                          <a:ln>
                            <a:noFill/>
                          </a:ln>
                          <a:solidFill>
                            <a:prstClr val="black"/>
                          </a:solidFill>
                          <a:effectLst/>
                          <a:uLnTx/>
                          <a:uFillTx/>
                          <a:latin typeface="+mn-lt"/>
                          <a:ea typeface="+mn-ea"/>
                          <a:cs typeface="+mn-cs"/>
                        </a:rPr>
                      </a:br>
                      <a:r>
                        <a:rPr kumimoji="0" lang="en-GB" sz="1100" b="1" i="0" u="none" strike="noStrike" kern="1200" cap="none" spc="0" normalizeH="0" baseline="0" noProof="0">
                          <a:ln>
                            <a:noFill/>
                          </a:ln>
                          <a:solidFill>
                            <a:prstClr val="black"/>
                          </a:solidFill>
                          <a:effectLst/>
                          <a:uLnTx/>
                          <a:uFillTx/>
                          <a:latin typeface="+mn-lt"/>
                          <a:ea typeface="+mn-ea"/>
                          <a:cs typeface="+mn-cs"/>
                        </a:rPr>
                        <a:t>ST Edge AI</a:t>
                      </a:r>
                    </a:p>
                  </a:txBody>
                  <a:tcPr anchor="ctr">
                    <a:solidFill>
                      <a:schemeClr val="accent1">
                        <a:lumMod val="20000"/>
                        <a:lumOff val="80000"/>
                      </a:schemeClr>
                    </a:solidFill>
                  </a:tcPr>
                </a:tc>
                <a:tc>
                  <a:txBody>
                    <a:bodyPr/>
                    <a:lstStyle/>
                    <a:p>
                      <a:pPr lvl="0" algn="ctr">
                        <a:lnSpc>
                          <a:spcPct val="200000"/>
                        </a:lnSpc>
                      </a:pPr>
                      <a:r>
                        <a:rPr lang="en-GB" sz="1100" b="0"/>
                        <a:t>M7</a:t>
                      </a:r>
                    </a:p>
                  </a:txBody>
                  <a:tcPr anchor="ctr">
                    <a:solidFill>
                      <a:schemeClr val="accent1">
                        <a:lumMod val="20000"/>
                        <a:lumOff val="80000"/>
                      </a:schemeClr>
                    </a:solidFill>
                  </a:tcPr>
                </a:tc>
                <a:tc>
                  <a:txBody>
                    <a:bodyPr/>
                    <a:lstStyle/>
                    <a:p>
                      <a:pPr lvl="0" algn="ctr">
                        <a:lnSpc>
                          <a:spcPct val="200000"/>
                        </a:lnSpc>
                      </a:pPr>
                      <a:r>
                        <a:rPr lang="en-GB" sz="1100" b="0"/>
                        <a:t>Time</a:t>
                      </a:r>
                    </a:p>
                  </a:txBody>
                  <a:tcPr anchor="ctr">
                    <a:solidFill>
                      <a:schemeClr val="accent1">
                        <a:lumMod val="20000"/>
                        <a:lumOff val="80000"/>
                      </a:schemeClr>
                    </a:solidFill>
                  </a:tcPr>
                </a:tc>
                <a:tc>
                  <a:txBody>
                    <a:bodyPr/>
                    <a:lstStyle/>
                    <a:p>
                      <a:pPr lvl="0" algn="ctr">
                        <a:lnSpc>
                          <a:spcPct val="200000"/>
                        </a:lnSpc>
                      </a:pPr>
                      <a:r>
                        <a:rPr lang="en-GB" sz="1100" b="0"/>
                        <a:t>84</a:t>
                      </a:r>
                    </a:p>
                  </a:txBody>
                  <a:tcPr anchor="ctr">
                    <a:solidFill>
                      <a:schemeClr val="accent1">
                        <a:lumMod val="20000"/>
                        <a:lumOff val="80000"/>
                      </a:schemeClr>
                    </a:solidFill>
                  </a:tcPr>
                </a:tc>
                <a:tc>
                  <a:txBody>
                    <a:bodyPr/>
                    <a:lstStyle/>
                    <a:p>
                      <a:pPr lvl="0" algn="ctr">
                        <a:lnSpc>
                          <a:spcPct val="200000"/>
                        </a:lnSpc>
                      </a:pPr>
                      <a:r>
                        <a:rPr lang="en-GB" sz="1100" b="0"/>
                        <a:t>12.04</a:t>
                      </a:r>
                    </a:p>
                  </a:txBody>
                  <a:tcPr anchor="ctr">
                    <a:solidFill>
                      <a:schemeClr val="accent1">
                        <a:lumMod val="20000"/>
                        <a:lumOff val="80000"/>
                      </a:schemeClr>
                    </a:solidFill>
                  </a:tcPr>
                </a:tc>
                <a:tc>
                  <a:txBody>
                    <a:bodyPr/>
                    <a:lstStyle/>
                    <a:p>
                      <a:pPr lvl="0" algn="ctr">
                        <a:lnSpc>
                          <a:spcPct val="200000"/>
                        </a:lnSpc>
                      </a:pPr>
                      <a:r>
                        <a:rPr lang="en-GB" sz="1100" b="0"/>
                        <a:t>55.08</a:t>
                      </a:r>
                    </a:p>
                  </a:txBody>
                  <a:tcPr anchor="ctr">
                    <a:solidFill>
                      <a:schemeClr val="accent1">
                        <a:lumMod val="20000"/>
                        <a:lumOff val="80000"/>
                      </a:schemeClr>
                    </a:solidFill>
                  </a:tcPr>
                </a:tc>
                <a:tc>
                  <a:txBody>
                    <a:bodyPr/>
                    <a:lstStyle/>
                    <a:p>
                      <a:pPr lvl="0" algn="ctr">
                        <a:lnSpc>
                          <a:spcPct val="200000"/>
                        </a:lnSpc>
                      </a:pPr>
                      <a:r>
                        <a:rPr lang="en-GB" sz="1100" b="0"/>
                        <a:t>0.0562</a:t>
                      </a:r>
                    </a:p>
                  </a:txBody>
                  <a:tcPr anchor="ctr">
                    <a:solidFill>
                      <a:schemeClr val="accent1">
                        <a:lumMod val="20000"/>
                        <a:lumOff val="80000"/>
                      </a:schemeClr>
                    </a:solidFill>
                  </a:tcPr>
                </a:tc>
                <a:tc>
                  <a:txBody>
                    <a:bodyPr/>
                    <a:lstStyle/>
                    <a:p>
                      <a:pPr lvl="0" algn="ctr">
                        <a:lnSpc>
                          <a:spcPct val="200000"/>
                        </a:lnSpc>
                      </a:pPr>
                      <a:r>
                        <a:rPr lang="en-GB" sz="1100" b="0"/>
                        <a:t>0.0043</a:t>
                      </a:r>
                    </a:p>
                  </a:txBody>
                  <a:tcPr anchor="ctr">
                    <a:solidFill>
                      <a:schemeClr val="accent1">
                        <a:lumMod val="20000"/>
                        <a:lumOff val="80000"/>
                      </a:schemeClr>
                    </a:solidFill>
                  </a:tcPr>
                </a:tc>
                <a:tc>
                  <a:txBody>
                    <a:bodyPr/>
                    <a:lstStyle/>
                    <a:p>
                      <a:pPr lvl="0" algn="ctr">
                        <a:lnSpc>
                          <a:spcPct val="200000"/>
                        </a:lnSpc>
                      </a:pPr>
                      <a:r>
                        <a:rPr lang="en-GB" sz="1100" b="0"/>
                        <a:t>0.0659</a:t>
                      </a:r>
                    </a:p>
                  </a:txBody>
                  <a:tcPr anchor="ctr">
                    <a:solidFill>
                      <a:schemeClr val="accent1">
                        <a:lumMod val="20000"/>
                        <a:lumOff val="80000"/>
                      </a:schemeClr>
                    </a:solidFill>
                  </a:tcPr>
                </a:tc>
                <a:extLst>
                  <a:ext uri="{0D108BD9-81ED-4DB2-BD59-A6C34878D82A}">
                    <a16:rowId xmlns:a16="http://schemas.microsoft.com/office/drawing/2014/main" val="4185432339"/>
                  </a:ext>
                </a:extLst>
              </a:tr>
            </a:tbl>
          </a:graphicData>
        </a:graphic>
      </p:graphicFrame>
      <p:pic>
        <p:nvPicPr>
          <p:cNvPr id="10" name="Picture 9">
            <a:extLst>
              <a:ext uri="{FF2B5EF4-FFF2-40B4-BE49-F238E27FC236}">
                <a16:creationId xmlns:a16="http://schemas.microsoft.com/office/drawing/2014/main" id="{58D320AB-DBB4-F491-3C54-7BAAD06D6F6D}"/>
              </a:ext>
            </a:extLst>
          </p:cNvPr>
          <p:cNvPicPr>
            <a:picLocks noChangeAspect="1"/>
          </p:cNvPicPr>
          <p:nvPr/>
        </p:nvPicPr>
        <p:blipFill>
          <a:blip r:embed="rId3"/>
          <a:srcRect r="71293"/>
          <a:stretch>
            <a:fillRect/>
          </a:stretch>
        </p:blipFill>
        <p:spPr>
          <a:xfrm>
            <a:off x="153441" y="1039634"/>
            <a:ext cx="2455074" cy="4632447"/>
          </a:xfrm>
          <a:prstGeom prst="rect">
            <a:avLst/>
          </a:prstGeom>
        </p:spPr>
      </p:pic>
      <p:sp>
        <p:nvSpPr>
          <p:cNvPr id="4" name="TextBox 3">
            <a:extLst>
              <a:ext uri="{FF2B5EF4-FFF2-40B4-BE49-F238E27FC236}">
                <a16:creationId xmlns:a16="http://schemas.microsoft.com/office/drawing/2014/main" id="{4C82FB1E-FCD1-1A36-A940-2B12D67D8427}"/>
              </a:ext>
            </a:extLst>
          </p:cNvPr>
          <p:cNvSpPr txBox="1"/>
          <p:nvPr/>
        </p:nvSpPr>
        <p:spPr>
          <a:xfrm>
            <a:off x="2883336" y="3083410"/>
            <a:ext cx="9049407" cy="2031325"/>
          </a:xfrm>
          <a:prstGeom prst="rect">
            <a:avLst/>
          </a:prstGeom>
          <a:noFill/>
        </p:spPr>
        <p:txBody>
          <a:bodyPr wrap="square" rtlCol="0">
            <a:spAutoFit/>
          </a:bodyPr>
          <a:lstStyle/>
          <a:p>
            <a:pPr marL="285750" indent="-285750">
              <a:buFont typeface="Arial" panose="020B0604020202020204" pitchFamily="34" charset="0"/>
              <a:buChar char="•"/>
            </a:pPr>
            <a:r>
              <a:rPr lang="en-GB"/>
              <a:t>63.70% faster then the </a:t>
            </a:r>
            <a:r>
              <a:rPr lang="en-GB" err="1"/>
              <a:t>CubeIDE</a:t>
            </a:r>
            <a:r>
              <a:rPr lang="en-GB"/>
              <a:t> baseline.</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a:t>More optimised C code.</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a:t>Reduction in memory size suggested better memory layout.</a:t>
            </a:r>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cxnSp>
        <p:nvCxnSpPr>
          <p:cNvPr id="7" name="Straight Connector 6">
            <a:extLst>
              <a:ext uri="{FF2B5EF4-FFF2-40B4-BE49-F238E27FC236}">
                <a16:creationId xmlns:a16="http://schemas.microsoft.com/office/drawing/2014/main" id="{DB7B25B5-F117-DFA9-7D38-2DBC8D7FCE0E}"/>
              </a:ext>
            </a:extLst>
          </p:cNvPr>
          <p:cNvCxnSpPr/>
          <p:nvPr/>
        </p:nvCxnSpPr>
        <p:spPr>
          <a:xfrm>
            <a:off x="2883336" y="2847975"/>
            <a:ext cx="915522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7951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E4F5FFC-951A-51B5-365B-7BBEA14B1765}"/>
              </a:ext>
            </a:extLst>
          </p:cNvPr>
          <p:cNvSpPr>
            <a:spLocks noGrp="1"/>
          </p:cNvSpPr>
          <p:nvPr>
            <p:ph type="title"/>
          </p:nvPr>
        </p:nvSpPr>
        <p:spPr>
          <a:xfrm>
            <a:off x="0" y="0"/>
            <a:ext cx="12192000" cy="854968"/>
          </a:xfrm>
        </p:spPr>
        <p:txBody>
          <a:bodyPr>
            <a:noAutofit/>
          </a:bodyPr>
          <a:lstStyle/>
          <a:p>
            <a:r>
              <a:rPr lang="en-GB" sz="2800"/>
              <a:t>Part 4 - Face Classification using CNNs</a:t>
            </a:r>
          </a:p>
        </p:txBody>
      </p:sp>
      <p:pic>
        <p:nvPicPr>
          <p:cNvPr id="6" name="Picture 5">
            <a:extLst>
              <a:ext uri="{FF2B5EF4-FFF2-40B4-BE49-F238E27FC236}">
                <a16:creationId xmlns:a16="http://schemas.microsoft.com/office/drawing/2014/main" id="{877F4B04-9DD4-FC54-4DAB-537805763ECB}"/>
              </a:ext>
            </a:extLst>
          </p:cNvPr>
          <p:cNvPicPr>
            <a:picLocks noChangeAspect="1"/>
          </p:cNvPicPr>
          <p:nvPr/>
        </p:nvPicPr>
        <p:blipFill>
          <a:blip r:embed="rId3"/>
          <a:stretch>
            <a:fillRect/>
          </a:stretch>
        </p:blipFill>
        <p:spPr>
          <a:xfrm>
            <a:off x="716773" y="1106339"/>
            <a:ext cx="5090021" cy="3181262"/>
          </a:xfrm>
          <a:prstGeom prst="rect">
            <a:avLst/>
          </a:prstGeom>
        </p:spPr>
      </p:pic>
      <p:sp>
        <p:nvSpPr>
          <p:cNvPr id="11" name="TextBox 10">
            <a:extLst>
              <a:ext uri="{FF2B5EF4-FFF2-40B4-BE49-F238E27FC236}">
                <a16:creationId xmlns:a16="http://schemas.microsoft.com/office/drawing/2014/main" id="{BB69DF43-C652-D2FE-193B-6398529B0FCF}"/>
              </a:ext>
            </a:extLst>
          </p:cNvPr>
          <p:cNvSpPr txBox="1"/>
          <p:nvPr/>
        </p:nvSpPr>
        <p:spPr>
          <a:xfrm>
            <a:off x="0" y="670302"/>
            <a:ext cx="1045030" cy="369332"/>
          </a:xfrm>
          <a:prstGeom prst="rect">
            <a:avLst/>
          </a:prstGeom>
          <a:noFill/>
        </p:spPr>
        <p:txBody>
          <a:bodyPr wrap="square" rtlCol="0">
            <a:spAutoFit/>
          </a:bodyPr>
          <a:lstStyle/>
          <a:p>
            <a:pPr algn="ctr"/>
            <a:r>
              <a:rPr lang="en-GB" b="1">
                <a:solidFill>
                  <a:srgbClr val="330065"/>
                </a:solidFill>
              </a:rPr>
              <a:t>Task 1</a:t>
            </a:r>
          </a:p>
        </p:txBody>
      </p:sp>
      <p:sp>
        <p:nvSpPr>
          <p:cNvPr id="13" name="TextBox 12">
            <a:extLst>
              <a:ext uri="{FF2B5EF4-FFF2-40B4-BE49-F238E27FC236}">
                <a16:creationId xmlns:a16="http://schemas.microsoft.com/office/drawing/2014/main" id="{99174B76-3B3A-9BD8-08E0-AE5E9D515CC0}"/>
              </a:ext>
            </a:extLst>
          </p:cNvPr>
          <p:cNvSpPr txBox="1"/>
          <p:nvPr/>
        </p:nvSpPr>
        <p:spPr>
          <a:xfrm>
            <a:off x="7199500" y="1106339"/>
            <a:ext cx="4275727" cy="2862322"/>
          </a:xfrm>
          <a:prstGeom prst="rect">
            <a:avLst/>
          </a:prstGeom>
          <a:noFill/>
        </p:spPr>
        <p:txBody>
          <a:bodyPr wrap="square" rtlCol="0">
            <a:spAutoFit/>
          </a:bodyPr>
          <a:lstStyle/>
          <a:p>
            <a:pPr marL="285750" indent="-285750">
              <a:buFont typeface="Arial" panose="020B0604020202020204" pitchFamily="34" charset="0"/>
              <a:buChar char="•"/>
            </a:pPr>
            <a:r>
              <a:rPr lang="en-GB"/>
              <a:t>At 8 epochs low confidence predictions were still being made.</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a:t>Low confidence predictions suggested a lack of training.</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a:t>More epochs means more complete passes through the training dataset</a:t>
            </a:r>
          </a:p>
          <a:p>
            <a:endParaRPr lang="en-GB"/>
          </a:p>
          <a:p>
            <a:pPr marL="285750" indent="-285750">
              <a:buFont typeface="Arial" panose="020B0604020202020204" pitchFamily="34" charset="0"/>
              <a:buChar char="•"/>
            </a:pPr>
            <a:endParaRPr lang="en-GB"/>
          </a:p>
        </p:txBody>
      </p:sp>
      <p:pic>
        <p:nvPicPr>
          <p:cNvPr id="14" name="Picture 13">
            <a:extLst>
              <a:ext uri="{FF2B5EF4-FFF2-40B4-BE49-F238E27FC236}">
                <a16:creationId xmlns:a16="http://schemas.microsoft.com/office/drawing/2014/main" id="{C3F04082-FB95-812F-970B-816948B4FE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342" y="4538972"/>
            <a:ext cx="6106884" cy="911855"/>
          </a:xfrm>
          <a:prstGeom prst="rect">
            <a:avLst/>
          </a:prstGeom>
        </p:spPr>
      </p:pic>
      <p:cxnSp>
        <p:nvCxnSpPr>
          <p:cNvPr id="2" name="Straight Connector 1">
            <a:extLst>
              <a:ext uri="{FF2B5EF4-FFF2-40B4-BE49-F238E27FC236}">
                <a16:creationId xmlns:a16="http://schemas.microsoft.com/office/drawing/2014/main" id="{29CD65F0-1FF6-5DAE-0820-E034C5E70975}"/>
              </a:ext>
            </a:extLst>
          </p:cNvPr>
          <p:cNvCxnSpPr>
            <a:cxnSpLocks/>
          </p:cNvCxnSpPr>
          <p:nvPr/>
        </p:nvCxnSpPr>
        <p:spPr>
          <a:xfrm>
            <a:off x="6777717" y="854968"/>
            <a:ext cx="0" cy="4774305"/>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829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1B209EB-4DAD-CFAD-F4B5-413916E81FE8}"/>
              </a:ext>
            </a:extLst>
          </p:cNvPr>
          <p:cNvGraphicFramePr>
            <a:graphicFrameLocks noGrp="1"/>
          </p:cNvGraphicFramePr>
          <p:nvPr>
            <p:extLst>
              <p:ext uri="{D42A27DB-BD31-4B8C-83A1-F6EECF244321}">
                <p14:modId xmlns:p14="http://schemas.microsoft.com/office/powerpoint/2010/main" val="3290609782"/>
              </p:ext>
            </p:extLst>
          </p:nvPr>
        </p:nvGraphicFramePr>
        <p:xfrm>
          <a:off x="252475" y="1368494"/>
          <a:ext cx="6886450" cy="3789312"/>
        </p:xfrm>
        <a:graphic>
          <a:graphicData uri="http://schemas.openxmlformats.org/drawingml/2006/table">
            <a:tbl>
              <a:tblPr firstRow="1" bandRow="1">
                <a:tableStyleId>{5C22544A-7EE6-4342-B048-85BDC9FD1C3A}</a:tableStyleId>
              </a:tblPr>
              <a:tblGrid>
                <a:gridCol w="2075369">
                  <a:extLst>
                    <a:ext uri="{9D8B030D-6E8A-4147-A177-3AD203B41FA5}">
                      <a16:colId xmlns:a16="http://schemas.microsoft.com/office/drawing/2014/main" val="108501048"/>
                    </a:ext>
                  </a:extLst>
                </a:gridCol>
                <a:gridCol w="2108956">
                  <a:extLst>
                    <a:ext uri="{9D8B030D-6E8A-4147-A177-3AD203B41FA5}">
                      <a16:colId xmlns:a16="http://schemas.microsoft.com/office/drawing/2014/main" val="2580766146"/>
                    </a:ext>
                  </a:extLst>
                </a:gridCol>
                <a:gridCol w="1412882">
                  <a:extLst>
                    <a:ext uri="{9D8B030D-6E8A-4147-A177-3AD203B41FA5}">
                      <a16:colId xmlns:a16="http://schemas.microsoft.com/office/drawing/2014/main" val="265421015"/>
                    </a:ext>
                  </a:extLst>
                </a:gridCol>
                <a:gridCol w="1289243">
                  <a:extLst>
                    <a:ext uri="{9D8B030D-6E8A-4147-A177-3AD203B41FA5}">
                      <a16:colId xmlns:a16="http://schemas.microsoft.com/office/drawing/2014/main" val="1705962312"/>
                    </a:ext>
                  </a:extLst>
                </a:gridCol>
              </a:tblGrid>
              <a:tr h="372280">
                <a:tc rowSpan="3">
                  <a:txBody>
                    <a:bodyPr/>
                    <a:lstStyle/>
                    <a:p>
                      <a:pPr algn="ctr"/>
                      <a:r>
                        <a:rPr lang="en-GB" sz="1100"/>
                        <a:t>Model Type</a:t>
                      </a:r>
                    </a:p>
                  </a:txBody>
                  <a:tcPr anchor="ctr">
                    <a:solidFill>
                      <a:srgbClr val="330065"/>
                    </a:solidFill>
                  </a:tcPr>
                </a:tc>
                <a:tc rowSpan="3">
                  <a:txBody>
                    <a:bodyPr/>
                    <a:lstStyle/>
                    <a:p>
                      <a:pPr algn="ctr"/>
                      <a:r>
                        <a:rPr lang="en-GB" sz="1100"/>
                        <a:t>Classes</a:t>
                      </a:r>
                    </a:p>
                  </a:txBody>
                  <a:tcPr anchor="ctr">
                    <a:solidFill>
                      <a:srgbClr val="330065"/>
                    </a:solidFill>
                  </a:tcPr>
                </a:tc>
                <a:tc gridSpan="2">
                  <a:txBody>
                    <a:bodyPr/>
                    <a:lstStyle/>
                    <a:p>
                      <a:pPr algn="ctr"/>
                      <a:r>
                        <a:rPr lang="en-GB" sz="1100"/>
                        <a:t>Accuracy</a:t>
                      </a:r>
                    </a:p>
                  </a:txBody>
                  <a:tcPr anchor="ctr">
                    <a:solidFill>
                      <a:srgbClr val="330065"/>
                    </a:solidFill>
                  </a:tcPr>
                </a:tc>
                <a:tc hMerge="1">
                  <a:txBody>
                    <a:bodyPr/>
                    <a:lstStyle/>
                    <a:p>
                      <a:pPr algn="ctr"/>
                      <a:endParaRPr lang="en-GB" sz="1100"/>
                    </a:p>
                  </a:txBody>
                  <a:tcPr anchor="ctr">
                    <a:solidFill>
                      <a:srgbClr val="330065"/>
                    </a:solidFill>
                  </a:tcPr>
                </a:tc>
                <a:extLst>
                  <a:ext uri="{0D108BD9-81ED-4DB2-BD59-A6C34878D82A}">
                    <a16:rowId xmlns:a16="http://schemas.microsoft.com/office/drawing/2014/main" val="520740286"/>
                  </a:ext>
                </a:extLst>
              </a:tr>
              <a:tr h="372280">
                <a:tc vMerge="1">
                  <a:txBody>
                    <a:bodyPr/>
                    <a:lstStyle/>
                    <a:p>
                      <a:endParaRPr lang="en-GB"/>
                    </a:p>
                  </a:txBody>
                  <a:tcPr/>
                </a:tc>
                <a:tc vMerge="1">
                  <a:txBody>
                    <a:bodyPr/>
                    <a:lstStyle/>
                    <a:p>
                      <a:endParaRPr lang="en-GB"/>
                    </a:p>
                  </a:txBody>
                  <a:tcPr/>
                </a:tc>
                <a:tc gridSpan="2">
                  <a:txBody>
                    <a:bodyPr/>
                    <a:lstStyle/>
                    <a:p>
                      <a:pPr algn="ctr"/>
                      <a:r>
                        <a:rPr lang="en-GB" sz="1100" b="1">
                          <a:solidFill>
                            <a:schemeClr val="bg1"/>
                          </a:solidFill>
                        </a:rPr>
                        <a:t>Number of Epochs</a:t>
                      </a:r>
                    </a:p>
                  </a:txBody>
                  <a:tcPr anchor="ctr">
                    <a:solidFill>
                      <a:srgbClr val="330065"/>
                    </a:solidFill>
                  </a:tcPr>
                </a:tc>
                <a:tc hMerge="1">
                  <a:txBody>
                    <a:bodyPr/>
                    <a:lstStyle/>
                    <a:p>
                      <a:endParaRPr lang="en-GB"/>
                    </a:p>
                  </a:txBody>
                  <a:tcPr/>
                </a:tc>
                <a:extLst>
                  <a:ext uri="{0D108BD9-81ED-4DB2-BD59-A6C34878D82A}">
                    <a16:rowId xmlns:a16="http://schemas.microsoft.com/office/drawing/2014/main" val="3328986496"/>
                  </a:ext>
                </a:extLst>
              </a:tr>
              <a:tr h="372280">
                <a:tc vMerge="1">
                  <a:txBody>
                    <a:bodyPr/>
                    <a:lstStyle/>
                    <a:p>
                      <a:pPr algn="ctr"/>
                      <a:endParaRPr lang="en-GB" sz="1100"/>
                    </a:p>
                  </a:txBody>
                  <a:tcPr anchor="ctr">
                    <a:solidFill>
                      <a:srgbClr val="330065"/>
                    </a:solidFill>
                  </a:tcPr>
                </a:tc>
                <a:tc vMerge="1">
                  <a:txBody>
                    <a:bodyPr/>
                    <a:lstStyle/>
                    <a:p>
                      <a:pPr algn="ctr"/>
                      <a:endParaRPr lang="en-GB" sz="1100"/>
                    </a:p>
                  </a:txBody>
                  <a:tcPr anchor="ctr">
                    <a:solidFill>
                      <a:srgbClr val="330065"/>
                    </a:solidFill>
                  </a:tcPr>
                </a:tc>
                <a:tc>
                  <a:txBody>
                    <a:bodyPr/>
                    <a:lstStyle/>
                    <a:p>
                      <a:pPr algn="ctr"/>
                      <a:r>
                        <a:rPr lang="en-GB" sz="1100" b="1">
                          <a:solidFill>
                            <a:schemeClr val="bg1"/>
                          </a:solidFill>
                        </a:rPr>
                        <a:t>32</a:t>
                      </a:r>
                    </a:p>
                  </a:txBody>
                  <a:tcPr anchor="ctr">
                    <a:solidFill>
                      <a:srgbClr val="330065"/>
                    </a:solidFill>
                  </a:tcPr>
                </a:tc>
                <a:tc>
                  <a:txBody>
                    <a:bodyPr/>
                    <a:lstStyle/>
                    <a:p>
                      <a:pPr algn="ctr"/>
                      <a:r>
                        <a:rPr lang="en-GB" sz="1100" b="1">
                          <a:solidFill>
                            <a:schemeClr val="bg1"/>
                          </a:solidFill>
                        </a:rPr>
                        <a:t>64</a:t>
                      </a:r>
                    </a:p>
                  </a:txBody>
                  <a:tcPr anchor="ctr">
                    <a:solidFill>
                      <a:srgbClr val="330065"/>
                    </a:solidFill>
                  </a:tcPr>
                </a:tc>
                <a:extLst>
                  <a:ext uri="{0D108BD9-81ED-4DB2-BD59-A6C34878D82A}">
                    <a16:rowId xmlns:a16="http://schemas.microsoft.com/office/drawing/2014/main" val="3920731584"/>
                  </a:ext>
                </a:extLst>
              </a:tr>
              <a:tr h="305856">
                <a:tc rowSpan="2">
                  <a:txBody>
                    <a:bodyPr/>
                    <a:lstStyle/>
                    <a:p>
                      <a:pPr algn="ctr"/>
                      <a:r>
                        <a:rPr lang="en-GB" sz="1050"/>
                        <a:t>Two Class</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100" kern="1200" err="1">
                          <a:solidFill>
                            <a:schemeClr val="dk1"/>
                          </a:solidFill>
                          <a:effectLst/>
                          <a:latin typeface="+mn-lt"/>
                          <a:ea typeface="+mn-ea"/>
                          <a:cs typeface="+mn-cs"/>
                        </a:rPr>
                        <a:t>Circlepolis</a:t>
                      </a:r>
                      <a:endParaRPr lang="en-GB" sz="1100" kern="1200">
                        <a:solidFill>
                          <a:schemeClr val="dk1"/>
                        </a:solidFill>
                        <a:effectLst/>
                        <a:latin typeface="+mn-lt"/>
                        <a:ea typeface="+mn-ea"/>
                        <a:cs typeface="+mn-cs"/>
                      </a:endParaRPr>
                    </a:p>
                  </a:txBody>
                  <a:tcPr anchor="ctr">
                    <a:solidFill>
                      <a:schemeClr val="accent1">
                        <a:lumMod val="20000"/>
                        <a:lumOff val="80000"/>
                      </a:schemeClr>
                    </a:solidFill>
                  </a:tcPr>
                </a:tc>
                <a:tc>
                  <a:txBody>
                    <a:bodyPr/>
                    <a:lstStyle/>
                    <a:p>
                      <a:pPr algn="ctr"/>
                      <a:r>
                        <a:rPr lang="en-GB" sz="1400"/>
                        <a:t>0.900</a:t>
                      </a:r>
                    </a:p>
                  </a:txBody>
                  <a:tcPr anchor="ctr">
                    <a:solidFill>
                      <a:schemeClr val="accent1">
                        <a:lumMod val="20000"/>
                        <a:lumOff val="80000"/>
                      </a:schemeClr>
                    </a:solidFill>
                  </a:tcPr>
                </a:tc>
                <a:tc>
                  <a:txBody>
                    <a:bodyPr/>
                    <a:lstStyle/>
                    <a:p>
                      <a:pPr algn="ctr"/>
                      <a:r>
                        <a:rPr lang="en-GB" sz="1400"/>
                        <a:t>0.933</a:t>
                      </a:r>
                    </a:p>
                  </a:txBody>
                  <a:tcPr anchor="ctr">
                    <a:solidFill>
                      <a:schemeClr val="accent1">
                        <a:lumMod val="20000"/>
                        <a:lumOff val="80000"/>
                      </a:schemeClr>
                    </a:solidFill>
                  </a:tcPr>
                </a:tc>
                <a:extLst>
                  <a:ext uri="{0D108BD9-81ED-4DB2-BD59-A6C34878D82A}">
                    <a16:rowId xmlns:a16="http://schemas.microsoft.com/office/drawing/2014/main" val="2721721435"/>
                  </a:ext>
                </a:extLst>
              </a:tr>
              <a:tr h="383649">
                <a:tc vMerge="1">
                  <a:txBody>
                    <a:bodyPr/>
                    <a:lstStyle/>
                    <a:p>
                      <a:pPr algn="ctr"/>
                      <a:endParaRPr lang="en-GB" sz="1050"/>
                    </a:p>
                  </a:txBody>
                  <a:tcPr anchor="ctr">
                    <a:solidFill>
                      <a:schemeClr val="accent1">
                        <a:lumMod val="20000"/>
                        <a:lumOff val="80000"/>
                      </a:schemeClr>
                    </a:solidFill>
                  </a:tcPr>
                </a:tc>
                <a:tc>
                  <a:txBody>
                    <a:bodyPr/>
                    <a:lstStyle/>
                    <a:p>
                      <a:pPr algn="ctr"/>
                      <a:r>
                        <a:rPr lang="en-GB" sz="1100" err="1"/>
                        <a:t>Rectanglepolis</a:t>
                      </a:r>
                      <a:endParaRPr lang="en-GB" sz="1100"/>
                    </a:p>
                  </a:txBody>
                  <a:tcPr anchor="ctr">
                    <a:solidFill>
                      <a:schemeClr val="accent1">
                        <a:lumMod val="20000"/>
                        <a:lumOff val="80000"/>
                      </a:schemeClr>
                    </a:solidFill>
                  </a:tcPr>
                </a:tc>
                <a:tc>
                  <a:txBody>
                    <a:bodyPr/>
                    <a:lstStyle/>
                    <a:p>
                      <a:pPr algn="ctr"/>
                      <a:r>
                        <a:rPr lang="en-GB" sz="1400"/>
                        <a:t>0.986</a:t>
                      </a:r>
                    </a:p>
                  </a:txBody>
                  <a:tcPr anchor="ctr">
                    <a:solidFill>
                      <a:schemeClr val="accent1">
                        <a:lumMod val="20000"/>
                        <a:lumOff val="80000"/>
                      </a:schemeClr>
                    </a:solidFill>
                  </a:tcPr>
                </a:tc>
                <a:tc>
                  <a:txBody>
                    <a:bodyPr/>
                    <a:lstStyle/>
                    <a:p>
                      <a:pPr algn="ctr"/>
                      <a:r>
                        <a:rPr lang="en-GB" sz="1400"/>
                        <a:t>0.900</a:t>
                      </a:r>
                    </a:p>
                  </a:txBody>
                  <a:tcPr anchor="ctr">
                    <a:solidFill>
                      <a:schemeClr val="accent1">
                        <a:lumMod val="20000"/>
                        <a:lumOff val="80000"/>
                      </a:schemeClr>
                    </a:solidFill>
                  </a:tcPr>
                </a:tc>
                <a:extLst>
                  <a:ext uri="{0D108BD9-81ED-4DB2-BD59-A6C34878D82A}">
                    <a16:rowId xmlns:a16="http://schemas.microsoft.com/office/drawing/2014/main" val="2329317061"/>
                  </a:ext>
                </a:extLst>
              </a:tr>
              <a:tr h="488269">
                <a:tc rowSpan="4">
                  <a:txBody>
                    <a:bodyPr/>
                    <a:lstStyle/>
                    <a:p>
                      <a:pPr algn="ctr"/>
                      <a:r>
                        <a:rPr lang="en-GB" sz="1050"/>
                        <a:t>Four Class</a:t>
                      </a:r>
                    </a:p>
                  </a:txBody>
                  <a:tcPr anchor="ctr">
                    <a:solidFill>
                      <a:schemeClr val="accent1">
                        <a:lumMod val="20000"/>
                        <a:lumOff val="80000"/>
                      </a:schemeClr>
                    </a:solidFill>
                  </a:tcPr>
                </a:tc>
                <a:tc>
                  <a:txBody>
                    <a:bodyPr/>
                    <a:lstStyle/>
                    <a:p>
                      <a:pPr algn="ctr"/>
                      <a:r>
                        <a:rPr lang="en-GB" sz="1100" kern="1200" err="1">
                          <a:solidFill>
                            <a:schemeClr val="dk1"/>
                          </a:solidFill>
                          <a:effectLst/>
                          <a:latin typeface="+mn-lt"/>
                          <a:ea typeface="+mn-ea"/>
                          <a:cs typeface="+mn-cs"/>
                        </a:rPr>
                        <a:t>Circlepolis</a:t>
                      </a:r>
                      <a:endParaRPr lang="en-GB" sz="1100"/>
                    </a:p>
                  </a:txBody>
                  <a:tcPr anchor="ctr">
                    <a:solidFill>
                      <a:schemeClr val="accent1">
                        <a:lumMod val="20000"/>
                        <a:lumOff val="80000"/>
                      </a:schemeClr>
                    </a:solidFill>
                  </a:tcPr>
                </a:tc>
                <a:tc>
                  <a:txBody>
                    <a:bodyPr/>
                    <a:lstStyle/>
                    <a:p>
                      <a:pPr algn="ctr"/>
                      <a:r>
                        <a:rPr lang="en-GB" sz="1400" b="1"/>
                        <a:t>1.000</a:t>
                      </a:r>
                    </a:p>
                  </a:txBody>
                  <a:tcPr anchor="ctr">
                    <a:solidFill>
                      <a:schemeClr val="accent1">
                        <a:lumMod val="20000"/>
                        <a:lumOff val="80000"/>
                      </a:schemeClr>
                    </a:solidFill>
                  </a:tcPr>
                </a:tc>
                <a:tc>
                  <a:txBody>
                    <a:bodyPr/>
                    <a:lstStyle/>
                    <a:p>
                      <a:pPr algn="ctr"/>
                      <a:r>
                        <a:rPr lang="en-GB" sz="1400"/>
                        <a:t>0.933</a:t>
                      </a:r>
                    </a:p>
                  </a:txBody>
                  <a:tcPr anchor="ctr">
                    <a:solidFill>
                      <a:schemeClr val="accent1">
                        <a:lumMod val="20000"/>
                        <a:lumOff val="80000"/>
                      </a:schemeClr>
                    </a:solidFill>
                  </a:tcPr>
                </a:tc>
                <a:extLst>
                  <a:ext uri="{0D108BD9-81ED-4DB2-BD59-A6C34878D82A}">
                    <a16:rowId xmlns:a16="http://schemas.microsoft.com/office/drawing/2014/main" val="1560421686"/>
                  </a:ext>
                </a:extLst>
              </a:tr>
              <a:tr h="488269">
                <a:tc vMerge="1">
                  <a:txBody>
                    <a:bodyPr/>
                    <a:lstStyle/>
                    <a:p>
                      <a:pPr algn="ctr"/>
                      <a:endParaRPr lang="en-GB" sz="1050"/>
                    </a:p>
                  </a:txBody>
                  <a:tcPr anchor="ctr">
                    <a:solidFill>
                      <a:schemeClr val="accent1">
                        <a:lumMod val="20000"/>
                        <a:lumOff val="80000"/>
                      </a:schemeClr>
                    </a:solidFill>
                  </a:tcPr>
                </a:tc>
                <a:tc>
                  <a:txBody>
                    <a:bodyPr/>
                    <a:lstStyle/>
                    <a:p>
                      <a:pPr algn="ctr"/>
                      <a:r>
                        <a:rPr lang="en-GB" sz="1100" err="1"/>
                        <a:t>Ovalopolis</a:t>
                      </a:r>
                      <a:endParaRPr lang="en-GB" sz="1100"/>
                    </a:p>
                  </a:txBody>
                  <a:tcPr anchor="ctr">
                    <a:solidFill>
                      <a:schemeClr val="accent1">
                        <a:lumMod val="20000"/>
                        <a:lumOff val="80000"/>
                      </a:schemeClr>
                    </a:solidFill>
                  </a:tcPr>
                </a:tc>
                <a:tc>
                  <a:txBody>
                    <a:bodyPr/>
                    <a:lstStyle/>
                    <a:p>
                      <a:pPr algn="ctr"/>
                      <a:r>
                        <a:rPr lang="en-GB" sz="1400"/>
                        <a:t>N/A</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400"/>
                        <a:t>N/A</a:t>
                      </a:r>
                    </a:p>
                    <a:p>
                      <a:pPr algn="ctr"/>
                      <a:endParaRPr lang="en-GB" sz="1400" b="0"/>
                    </a:p>
                  </a:txBody>
                  <a:tcPr anchor="ctr">
                    <a:solidFill>
                      <a:schemeClr val="accent1">
                        <a:lumMod val="20000"/>
                        <a:lumOff val="80000"/>
                      </a:schemeClr>
                    </a:solidFill>
                  </a:tcPr>
                </a:tc>
                <a:extLst>
                  <a:ext uri="{0D108BD9-81ED-4DB2-BD59-A6C34878D82A}">
                    <a16:rowId xmlns:a16="http://schemas.microsoft.com/office/drawing/2014/main" val="2439800934"/>
                  </a:ext>
                </a:extLst>
              </a:tr>
              <a:tr h="488269">
                <a:tc vMerge="1">
                  <a:txBody>
                    <a:bodyPr/>
                    <a:lstStyle/>
                    <a:p>
                      <a:pPr algn="ctr"/>
                      <a:endParaRPr lang="en-GB" sz="1050"/>
                    </a:p>
                  </a:txBody>
                  <a:tcPr anchor="ctr">
                    <a:solidFill>
                      <a:schemeClr val="accent1">
                        <a:lumMod val="20000"/>
                        <a:lumOff val="80000"/>
                      </a:schemeClr>
                    </a:solidFill>
                  </a:tcPr>
                </a:tc>
                <a:tc>
                  <a:txBody>
                    <a:bodyPr/>
                    <a:lstStyle/>
                    <a:p>
                      <a:pPr algn="ctr"/>
                      <a:r>
                        <a:rPr lang="en-GB" sz="1100" err="1"/>
                        <a:t>Rectanglepolis</a:t>
                      </a:r>
                      <a:endParaRPr lang="en-GB" sz="1100"/>
                    </a:p>
                  </a:txBody>
                  <a:tcPr anchor="ctr">
                    <a:solidFill>
                      <a:schemeClr val="accent1">
                        <a:lumMod val="20000"/>
                        <a:lumOff val="80000"/>
                      </a:schemeClr>
                    </a:solidFill>
                  </a:tcPr>
                </a:tc>
                <a:tc>
                  <a:txBody>
                    <a:bodyPr/>
                    <a:lstStyle/>
                    <a:p>
                      <a:pPr algn="ctr"/>
                      <a:r>
                        <a:rPr lang="en-GB" sz="1400"/>
                        <a:t>0.967</a:t>
                      </a:r>
                    </a:p>
                  </a:txBody>
                  <a:tcPr anchor="ctr">
                    <a:solidFill>
                      <a:schemeClr val="accent1">
                        <a:lumMod val="20000"/>
                        <a:lumOff val="80000"/>
                      </a:schemeClr>
                    </a:solidFill>
                  </a:tcPr>
                </a:tc>
                <a:tc>
                  <a:txBody>
                    <a:bodyPr/>
                    <a:lstStyle/>
                    <a:p>
                      <a:pPr algn="ctr"/>
                      <a:r>
                        <a:rPr lang="en-GB" sz="1400"/>
                        <a:t>0.900</a:t>
                      </a:r>
                    </a:p>
                  </a:txBody>
                  <a:tcPr anchor="ctr">
                    <a:solidFill>
                      <a:schemeClr val="accent1">
                        <a:lumMod val="20000"/>
                        <a:lumOff val="80000"/>
                      </a:schemeClr>
                    </a:solidFill>
                  </a:tcPr>
                </a:tc>
                <a:extLst>
                  <a:ext uri="{0D108BD9-81ED-4DB2-BD59-A6C34878D82A}">
                    <a16:rowId xmlns:a16="http://schemas.microsoft.com/office/drawing/2014/main" val="2106506241"/>
                  </a:ext>
                </a:extLst>
              </a:tr>
              <a:tr h="488269">
                <a:tc vMerge="1">
                  <a:txBody>
                    <a:bodyPr/>
                    <a:lstStyle/>
                    <a:p>
                      <a:pPr algn="ctr"/>
                      <a:endParaRPr lang="en-GB" sz="1050"/>
                    </a:p>
                  </a:txBody>
                  <a:tcPr anchor="ctr">
                    <a:solidFill>
                      <a:schemeClr val="accent1">
                        <a:lumMod val="20000"/>
                        <a:lumOff val="80000"/>
                      </a:schemeClr>
                    </a:solidFill>
                  </a:tcPr>
                </a:tc>
                <a:tc>
                  <a:txBody>
                    <a:bodyPr/>
                    <a:lstStyle/>
                    <a:p>
                      <a:pPr algn="ctr"/>
                      <a:r>
                        <a:rPr lang="en-GB" sz="1100" err="1"/>
                        <a:t>Trianglepolis</a:t>
                      </a:r>
                      <a:endParaRPr lang="en-GB" sz="1100"/>
                    </a:p>
                  </a:txBody>
                  <a:tcPr anchor="ctr">
                    <a:solidFill>
                      <a:schemeClr val="accent1">
                        <a:lumMod val="20000"/>
                        <a:lumOff val="80000"/>
                      </a:schemeClr>
                    </a:solidFill>
                  </a:tcPr>
                </a:tc>
                <a:tc>
                  <a:txBody>
                    <a:bodyPr/>
                    <a:lstStyle/>
                    <a:p>
                      <a:pPr algn="ctr"/>
                      <a:r>
                        <a:rPr lang="en-GB" sz="1400"/>
                        <a:t>N/A</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400"/>
                        <a:t>N/A</a:t>
                      </a:r>
                    </a:p>
                  </a:txBody>
                  <a:tcPr anchor="ctr">
                    <a:solidFill>
                      <a:schemeClr val="accent1">
                        <a:lumMod val="20000"/>
                        <a:lumOff val="80000"/>
                      </a:schemeClr>
                    </a:solidFill>
                  </a:tcPr>
                </a:tc>
                <a:extLst>
                  <a:ext uri="{0D108BD9-81ED-4DB2-BD59-A6C34878D82A}">
                    <a16:rowId xmlns:a16="http://schemas.microsoft.com/office/drawing/2014/main" val="916618628"/>
                  </a:ext>
                </a:extLst>
              </a:tr>
            </a:tbl>
          </a:graphicData>
        </a:graphic>
      </p:graphicFrame>
      <p:sp>
        <p:nvSpPr>
          <p:cNvPr id="6" name="TextBox 5">
            <a:extLst>
              <a:ext uri="{FF2B5EF4-FFF2-40B4-BE49-F238E27FC236}">
                <a16:creationId xmlns:a16="http://schemas.microsoft.com/office/drawing/2014/main" id="{6BEB65C9-BFE6-859A-E6AD-21C4144536E3}"/>
              </a:ext>
            </a:extLst>
          </p:cNvPr>
          <p:cNvSpPr txBox="1"/>
          <p:nvPr/>
        </p:nvSpPr>
        <p:spPr>
          <a:xfrm>
            <a:off x="0" y="670302"/>
            <a:ext cx="1045030" cy="369332"/>
          </a:xfrm>
          <a:prstGeom prst="rect">
            <a:avLst/>
          </a:prstGeom>
          <a:noFill/>
        </p:spPr>
        <p:txBody>
          <a:bodyPr wrap="square" rtlCol="0">
            <a:spAutoFit/>
          </a:bodyPr>
          <a:lstStyle/>
          <a:p>
            <a:pPr algn="ctr"/>
            <a:r>
              <a:rPr lang="en-GB" b="1">
                <a:solidFill>
                  <a:srgbClr val="330065"/>
                </a:solidFill>
              </a:rPr>
              <a:t>Task 2</a:t>
            </a:r>
          </a:p>
        </p:txBody>
      </p:sp>
      <p:graphicFrame>
        <p:nvGraphicFramePr>
          <p:cNvPr id="12" name="Table 11">
            <a:extLst>
              <a:ext uri="{FF2B5EF4-FFF2-40B4-BE49-F238E27FC236}">
                <a16:creationId xmlns:a16="http://schemas.microsoft.com/office/drawing/2014/main" id="{F4B81918-6B65-6B30-DFE8-A840D8148BBF}"/>
              </a:ext>
            </a:extLst>
          </p:cNvPr>
          <p:cNvGraphicFramePr>
            <a:graphicFrameLocks noGrp="1"/>
          </p:cNvGraphicFramePr>
          <p:nvPr>
            <p:extLst>
              <p:ext uri="{D42A27DB-BD31-4B8C-83A1-F6EECF244321}">
                <p14:modId xmlns:p14="http://schemas.microsoft.com/office/powerpoint/2010/main" val="679021458"/>
              </p:ext>
            </p:extLst>
          </p:nvPr>
        </p:nvGraphicFramePr>
        <p:xfrm>
          <a:off x="7391400" y="224441"/>
          <a:ext cx="4403816" cy="2620445"/>
        </p:xfrm>
        <a:graphic>
          <a:graphicData uri="http://schemas.openxmlformats.org/drawingml/2006/table">
            <a:tbl>
              <a:tblPr firstRow="1" bandRow="1">
                <a:tableStyleId>{5C22544A-7EE6-4342-B048-85BDC9FD1C3A}</a:tableStyleId>
              </a:tblPr>
              <a:tblGrid>
                <a:gridCol w="1344930">
                  <a:extLst>
                    <a:ext uri="{9D8B030D-6E8A-4147-A177-3AD203B41FA5}">
                      <a16:colId xmlns:a16="http://schemas.microsoft.com/office/drawing/2014/main" val="108501048"/>
                    </a:ext>
                  </a:extLst>
                </a:gridCol>
                <a:gridCol w="1318652">
                  <a:extLst>
                    <a:ext uri="{9D8B030D-6E8A-4147-A177-3AD203B41FA5}">
                      <a16:colId xmlns:a16="http://schemas.microsoft.com/office/drawing/2014/main" val="2580766146"/>
                    </a:ext>
                  </a:extLst>
                </a:gridCol>
                <a:gridCol w="848428">
                  <a:extLst>
                    <a:ext uri="{9D8B030D-6E8A-4147-A177-3AD203B41FA5}">
                      <a16:colId xmlns:a16="http://schemas.microsoft.com/office/drawing/2014/main" val="265421015"/>
                    </a:ext>
                  </a:extLst>
                </a:gridCol>
                <a:gridCol w="891806">
                  <a:extLst>
                    <a:ext uri="{9D8B030D-6E8A-4147-A177-3AD203B41FA5}">
                      <a16:colId xmlns:a16="http://schemas.microsoft.com/office/drawing/2014/main" val="1119492560"/>
                    </a:ext>
                  </a:extLst>
                </a:gridCol>
              </a:tblGrid>
              <a:tr h="714743">
                <a:tc>
                  <a:txBody>
                    <a:bodyPr/>
                    <a:lstStyle/>
                    <a:p>
                      <a:pPr algn="ctr"/>
                      <a:r>
                        <a:rPr lang="en-GB" sz="1100"/>
                        <a:t>Test Image</a:t>
                      </a:r>
                    </a:p>
                  </a:txBody>
                  <a:tcPr anchor="ctr">
                    <a:solidFill>
                      <a:srgbClr val="330065"/>
                    </a:solidFill>
                  </a:tcPr>
                </a:tc>
                <a:tc>
                  <a:txBody>
                    <a:bodyPr/>
                    <a:lstStyle/>
                    <a:p>
                      <a:pPr algn="ctr"/>
                      <a:r>
                        <a:rPr lang="en-GB" sz="1100"/>
                        <a:t>Predicted Class</a:t>
                      </a:r>
                    </a:p>
                  </a:txBody>
                  <a:tcPr anchor="ctr">
                    <a:solidFill>
                      <a:srgbClr val="330065"/>
                    </a:solidFill>
                  </a:tcPr>
                </a:tc>
                <a:tc>
                  <a:txBody>
                    <a:bodyPr/>
                    <a:lstStyle/>
                    <a:p>
                      <a:pPr algn="ctr"/>
                      <a:r>
                        <a:rPr lang="en-GB" sz="1100"/>
                        <a:t>Accuracy</a:t>
                      </a:r>
                    </a:p>
                  </a:txBody>
                  <a:tcPr anchor="ctr">
                    <a:solidFill>
                      <a:srgbClr val="330065"/>
                    </a:solidFill>
                  </a:tcPr>
                </a:tc>
                <a:tc>
                  <a:txBody>
                    <a:bodyPr/>
                    <a:lstStyle/>
                    <a:p>
                      <a:pPr algn="ctr"/>
                      <a:r>
                        <a:rPr lang="en-GB" sz="1100"/>
                        <a:t>Was the correct prediction made?</a:t>
                      </a:r>
                    </a:p>
                  </a:txBody>
                  <a:tcPr anchor="ctr">
                    <a:solidFill>
                      <a:srgbClr val="330065"/>
                    </a:solidFill>
                  </a:tcPr>
                </a:tc>
                <a:extLst>
                  <a:ext uri="{0D108BD9-81ED-4DB2-BD59-A6C34878D82A}">
                    <a16:rowId xmlns:a16="http://schemas.microsoft.com/office/drawing/2014/main" val="520740286"/>
                  </a:ext>
                </a:extLst>
              </a:tr>
              <a:tr h="341177">
                <a:tc>
                  <a:txBody>
                    <a:bodyPr/>
                    <a:lstStyle/>
                    <a:p>
                      <a:pPr algn="ctr"/>
                      <a:r>
                        <a:rPr lang="en-GB" sz="1050"/>
                        <a:t>circlepolis_190</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100" kern="1200" err="1">
                          <a:solidFill>
                            <a:schemeClr val="dk1"/>
                          </a:solidFill>
                          <a:effectLst/>
                          <a:latin typeface="+mn-lt"/>
                          <a:ea typeface="+mn-ea"/>
                          <a:cs typeface="+mn-cs"/>
                        </a:rPr>
                        <a:t>Circlepolis</a:t>
                      </a:r>
                      <a:endParaRPr lang="en-GB" sz="1100" kern="1200">
                        <a:solidFill>
                          <a:schemeClr val="dk1"/>
                        </a:solidFill>
                        <a:effectLst/>
                        <a:latin typeface="+mn-lt"/>
                        <a:ea typeface="+mn-ea"/>
                        <a:cs typeface="+mn-cs"/>
                      </a:endParaRPr>
                    </a:p>
                  </a:txBody>
                  <a:tcPr anchor="ctr">
                    <a:solidFill>
                      <a:schemeClr val="accent1">
                        <a:lumMod val="20000"/>
                        <a:lumOff val="80000"/>
                      </a:schemeClr>
                    </a:solidFill>
                  </a:tcPr>
                </a:tc>
                <a:tc>
                  <a:txBody>
                    <a:bodyPr/>
                    <a:lstStyle/>
                    <a:p>
                      <a:pPr algn="ctr"/>
                      <a:r>
                        <a:rPr lang="en-GB" sz="1400"/>
                        <a:t>0.999</a:t>
                      </a:r>
                    </a:p>
                  </a:txBody>
                  <a:tcPr anchor="ctr">
                    <a:solidFill>
                      <a:schemeClr val="accent1">
                        <a:lumMod val="20000"/>
                        <a:lumOff val="80000"/>
                      </a:schemeClr>
                    </a:solidFill>
                  </a:tcPr>
                </a:tc>
                <a:tc>
                  <a:txBody>
                    <a:bodyPr/>
                    <a:lstStyle/>
                    <a:p>
                      <a:pPr algn="ctr"/>
                      <a:r>
                        <a:rPr lang="en-GB" sz="1400">
                          <a:sym typeface="Webdings" panose="05030102010509060703" pitchFamily="18" charset="2"/>
                        </a:rPr>
                        <a:t>Y</a:t>
                      </a:r>
                      <a:endParaRPr lang="en-GB" sz="1400"/>
                    </a:p>
                  </a:txBody>
                  <a:tcPr anchor="ctr">
                    <a:solidFill>
                      <a:schemeClr val="accent1">
                        <a:lumMod val="20000"/>
                        <a:lumOff val="80000"/>
                      </a:schemeClr>
                    </a:solidFill>
                  </a:tcPr>
                </a:tc>
                <a:extLst>
                  <a:ext uri="{0D108BD9-81ED-4DB2-BD59-A6C34878D82A}">
                    <a16:rowId xmlns:a16="http://schemas.microsoft.com/office/drawing/2014/main" val="2721721435"/>
                  </a:ext>
                </a:extLst>
              </a:tr>
              <a:tr h="427954">
                <a:tc>
                  <a:txBody>
                    <a:bodyPr/>
                    <a:lstStyle/>
                    <a:p>
                      <a:pPr algn="ctr"/>
                      <a:r>
                        <a:rPr lang="en-GB" sz="1050"/>
                        <a:t>ovalopolis_185</a:t>
                      </a:r>
                    </a:p>
                  </a:txBody>
                  <a:tcPr anchor="ctr">
                    <a:solidFill>
                      <a:schemeClr val="accent1">
                        <a:lumMod val="20000"/>
                        <a:lumOff val="80000"/>
                      </a:schemeClr>
                    </a:solidFill>
                  </a:tcPr>
                </a:tc>
                <a:tc>
                  <a:txBody>
                    <a:bodyPr/>
                    <a:lstStyle/>
                    <a:p>
                      <a:pPr algn="ctr"/>
                      <a:r>
                        <a:rPr lang="en-GB" sz="1100" err="1"/>
                        <a:t>Ovalopolis</a:t>
                      </a:r>
                      <a:endParaRPr lang="en-GB" sz="1100"/>
                    </a:p>
                  </a:txBody>
                  <a:tcPr anchor="ctr">
                    <a:solidFill>
                      <a:schemeClr val="accent1">
                        <a:lumMod val="20000"/>
                        <a:lumOff val="80000"/>
                      </a:schemeClr>
                    </a:solidFill>
                  </a:tcPr>
                </a:tc>
                <a:tc>
                  <a:txBody>
                    <a:bodyPr/>
                    <a:lstStyle/>
                    <a:p>
                      <a:pPr algn="ctr"/>
                      <a:r>
                        <a:rPr lang="en-GB" sz="1400"/>
                        <a:t>0.986</a:t>
                      </a:r>
                    </a:p>
                  </a:txBody>
                  <a:tcPr anchor="ctr">
                    <a:solidFill>
                      <a:schemeClr val="accent1">
                        <a:lumMod val="20000"/>
                        <a:lumOff val="80000"/>
                      </a:schemeClr>
                    </a:solidFill>
                  </a:tcPr>
                </a:tc>
                <a:tc>
                  <a:txBody>
                    <a:bodyPr/>
                    <a:lstStyle/>
                    <a:p>
                      <a:pPr algn="ctr"/>
                      <a:r>
                        <a:rPr lang="en-GB" sz="1400"/>
                        <a:t>N</a:t>
                      </a:r>
                    </a:p>
                  </a:txBody>
                  <a:tcPr anchor="ctr">
                    <a:solidFill>
                      <a:schemeClr val="accent1">
                        <a:lumMod val="20000"/>
                        <a:lumOff val="80000"/>
                      </a:schemeClr>
                    </a:solidFill>
                  </a:tcPr>
                </a:tc>
                <a:extLst>
                  <a:ext uri="{0D108BD9-81ED-4DB2-BD59-A6C34878D82A}">
                    <a16:rowId xmlns:a16="http://schemas.microsoft.com/office/drawing/2014/main" val="2329317061"/>
                  </a:ext>
                </a:extLst>
              </a:tr>
              <a:tr h="544657">
                <a:tc>
                  <a:txBody>
                    <a:bodyPr/>
                    <a:lstStyle/>
                    <a:p>
                      <a:pPr algn="ctr"/>
                      <a:r>
                        <a:rPr lang="en-GB" sz="1050"/>
                        <a:t>rectanglepolis_176</a:t>
                      </a:r>
                    </a:p>
                  </a:txBody>
                  <a:tcPr anchor="ctr">
                    <a:solidFill>
                      <a:schemeClr val="accent1">
                        <a:lumMod val="20000"/>
                        <a:lumOff val="80000"/>
                      </a:schemeClr>
                    </a:solidFill>
                  </a:tcPr>
                </a:tc>
                <a:tc>
                  <a:txBody>
                    <a:bodyPr/>
                    <a:lstStyle/>
                    <a:p>
                      <a:pPr algn="ctr"/>
                      <a:r>
                        <a:rPr lang="en-GB" sz="1100" err="1"/>
                        <a:t>Rectanglepolis</a:t>
                      </a:r>
                      <a:endParaRPr lang="en-GB" sz="1100"/>
                    </a:p>
                  </a:txBody>
                  <a:tcPr anchor="ctr">
                    <a:solidFill>
                      <a:schemeClr val="accent1">
                        <a:lumMod val="20000"/>
                        <a:lumOff val="80000"/>
                      </a:schemeClr>
                    </a:solidFill>
                  </a:tcPr>
                </a:tc>
                <a:tc>
                  <a:txBody>
                    <a:bodyPr/>
                    <a:lstStyle/>
                    <a:p>
                      <a:pPr algn="ctr"/>
                      <a:r>
                        <a:rPr lang="en-GB" sz="1400"/>
                        <a:t>0.997</a:t>
                      </a:r>
                    </a:p>
                  </a:txBody>
                  <a:tcPr anchor="ctr">
                    <a:solidFill>
                      <a:schemeClr val="accent1">
                        <a:lumMod val="20000"/>
                        <a:lumOff val="80000"/>
                      </a:schemeClr>
                    </a:solidFill>
                  </a:tcPr>
                </a:tc>
                <a:tc>
                  <a:txBody>
                    <a:bodyPr/>
                    <a:lstStyle/>
                    <a:p>
                      <a:pPr algn="ctr"/>
                      <a:r>
                        <a:rPr lang="en-GB" sz="1400">
                          <a:sym typeface="Webdings" panose="05030102010509060703" pitchFamily="18" charset="2"/>
                        </a:rPr>
                        <a:t>Y</a:t>
                      </a:r>
                      <a:endParaRPr lang="en-GB" sz="1400"/>
                    </a:p>
                  </a:txBody>
                  <a:tcPr anchor="ctr">
                    <a:solidFill>
                      <a:schemeClr val="accent1">
                        <a:lumMod val="20000"/>
                        <a:lumOff val="80000"/>
                      </a:schemeClr>
                    </a:solidFill>
                  </a:tcPr>
                </a:tc>
                <a:extLst>
                  <a:ext uri="{0D108BD9-81ED-4DB2-BD59-A6C34878D82A}">
                    <a16:rowId xmlns:a16="http://schemas.microsoft.com/office/drawing/2014/main" val="1560421686"/>
                  </a:ext>
                </a:extLst>
              </a:tr>
              <a:tr h="544657">
                <a:tc>
                  <a:txBody>
                    <a:bodyPr/>
                    <a:lstStyle/>
                    <a:p>
                      <a:pPr algn="ctr"/>
                      <a:r>
                        <a:rPr lang="en-GB" sz="1050"/>
                        <a:t>trianglepolis_170</a:t>
                      </a:r>
                    </a:p>
                  </a:txBody>
                  <a:tcPr anchor="ctr">
                    <a:solidFill>
                      <a:schemeClr val="accent1">
                        <a:lumMod val="20000"/>
                        <a:lumOff val="80000"/>
                      </a:schemeClr>
                    </a:solidFill>
                  </a:tcPr>
                </a:tc>
                <a:tc>
                  <a:txBody>
                    <a:bodyPr/>
                    <a:lstStyle/>
                    <a:p>
                      <a:pPr algn="ctr"/>
                      <a:r>
                        <a:rPr lang="en-GB" sz="1100" err="1"/>
                        <a:t>Trianglepolis</a:t>
                      </a:r>
                      <a:endParaRPr lang="en-GB" sz="1100"/>
                    </a:p>
                  </a:txBody>
                  <a:tcPr anchor="ctr">
                    <a:solidFill>
                      <a:schemeClr val="accent1">
                        <a:lumMod val="20000"/>
                        <a:lumOff val="80000"/>
                      </a:schemeClr>
                    </a:solidFill>
                  </a:tcPr>
                </a:tc>
                <a:tc>
                  <a:txBody>
                    <a:bodyPr/>
                    <a:lstStyle/>
                    <a:p>
                      <a:pPr algn="ctr"/>
                      <a:r>
                        <a:rPr lang="en-GB" sz="1400"/>
                        <a:t>0.870</a:t>
                      </a:r>
                    </a:p>
                  </a:txBody>
                  <a:tcPr anchor="ctr">
                    <a:solidFill>
                      <a:schemeClr val="accent1">
                        <a:lumMod val="20000"/>
                        <a:lumOff val="80000"/>
                      </a:schemeClr>
                    </a:solidFill>
                  </a:tcPr>
                </a:tc>
                <a:tc>
                  <a:txBody>
                    <a:bodyPr/>
                    <a:lstStyle/>
                    <a:p>
                      <a:pPr algn="ctr"/>
                      <a:r>
                        <a:rPr lang="en-GB" sz="1400"/>
                        <a:t>N</a:t>
                      </a:r>
                    </a:p>
                  </a:txBody>
                  <a:tcPr anchor="ctr">
                    <a:solidFill>
                      <a:schemeClr val="accent1">
                        <a:lumMod val="20000"/>
                        <a:lumOff val="80000"/>
                      </a:schemeClr>
                    </a:solidFill>
                  </a:tcPr>
                </a:tc>
                <a:extLst>
                  <a:ext uri="{0D108BD9-81ED-4DB2-BD59-A6C34878D82A}">
                    <a16:rowId xmlns:a16="http://schemas.microsoft.com/office/drawing/2014/main" val="2439800934"/>
                  </a:ext>
                </a:extLst>
              </a:tr>
            </a:tbl>
          </a:graphicData>
        </a:graphic>
      </p:graphicFrame>
      <p:sp>
        <p:nvSpPr>
          <p:cNvPr id="2" name="TextBox 1">
            <a:extLst>
              <a:ext uri="{FF2B5EF4-FFF2-40B4-BE49-F238E27FC236}">
                <a16:creationId xmlns:a16="http://schemas.microsoft.com/office/drawing/2014/main" id="{313F424C-5831-0AEB-0804-DA3960D0A68F}"/>
              </a:ext>
            </a:extLst>
          </p:cNvPr>
          <p:cNvSpPr txBox="1"/>
          <p:nvPr/>
        </p:nvSpPr>
        <p:spPr>
          <a:xfrm>
            <a:off x="7391400" y="3689275"/>
            <a:ext cx="4645842" cy="1200329"/>
          </a:xfrm>
          <a:prstGeom prst="rect">
            <a:avLst/>
          </a:prstGeom>
          <a:noFill/>
        </p:spPr>
        <p:txBody>
          <a:bodyPr wrap="square" rtlCol="0">
            <a:spAutoFit/>
          </a:bodyPr>
          <a:lstStyle/>
          <a:p>
            <a:pPr marL="285750" indent="-285750">
              <a:buFont typeface="Arial" panose="020B0604020202020204" pitchFamily="34" charset="0"/>
              <a:buChar char="•"/>
            </a:pPr>
            <a:r>
              <a:rPr lang="en-GB"/>
              <a:t>Unseen classes are misclassified.</a:t>
            </a:r>
            <a:br>
              <a:rPr lang="en-GB"/>
            </a:br>
            <a:endParaRPr lang="en-GB"/>
          </a:p>
          <a:p>
            <a:pPr marL="285750" indent="-285750">
              <a:buFont typeface="Arial" panose="020B0604020202020204" pitchFamily="34" charset="0"/>
              <a:buChar char="•"/>
            </a:pPr>
            <a:r>
              <a:rPr lang="en-GB"/>
              <a:t>Model uncertainty shows it has not just memorised the training data (overfitting).</a:t>
            </a:r>
          </a:p>
        </p:txBody>
      </p:sp>
      <p:sp>
        <p:nvSpPr>
          <p:cNvPr id="8" name="Title 1">
            <a:extLst>
              <a:ext uri="{FF2B5EF4-FFF2-40B4-BE49-F238E27FC236}">
                <a16:creationId xmlns:a16="http://schemas.microsoft.com/office/drawing/2014/main" id="{8E18418B-B057-E201-1DF7-404FA561E92F}"/>
              </a:ext>
            </a:extLst>
          </p:cNvPr>
          <p:cNvSpPr>
            <a:spLocks noGrp="1"/>
          </p:cNvSpPr>
          <p:nvPr>
            <p:ph type="title"/>
          </p:nvPr>
        </p:nvSpPr>
        <p:spPr>
          <a:xfrm>
            <a:off x="0" y="0"/>
            <a:ext cx="12192000" cy="854968"/>
          </a:xfrm>
        </p:spPr>
        <p:txBody>
          <a:bodyPr>
            <a:noAutofit/>
          </a:bodyPr>
          <a:lstStyle/>
          <a:p>
            <a:r>
              <a:rPr lang="en-GB" sz="2800"/>
              <a:t>Part 4 - Face Classification using CNNs</a:t>
            </a:r>
          </a:p>
        </p:txBody>
      </p:sp>
      <p:cxnSp>
        <p:nvCxnSpPr>
          <p:cNvPr id="3" name="Straight Connector 2">
            <a:extLst>
              <a:ext uri="{FF2B5EF4-FFF2-40B4-BE49-F238E27FC236}">
                <a16:creationId xmlns:a16="http://schemas.microsoft.com/office/drawing/2014/main" id="{6627844B-CC7E-15B6-4D25-E1C7DFAC0941}"/>
              </a:ext>
            </a:extLst>
          </p:cNvPr>
          <p:cNvCxnSpPr>
            <a:cxnSpLocks/>
          </p:cNvCxnSpPr>
          <p:nvPr/>
        </p:nvCxnSpPr>
        <p:spPr>
          <a:xfrm>
            <a:off x="7245802" y="457733"/>
            <a:ext cx="0" cy="5159296"/>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BA4E5DC7-764B-68E4-F9D8-A2D9CF9D6A4D}"/>
              </a:ext>
            </a:extLst>
          </p:cNvPr>
          <p:cNvCxnSpPr/>
          <p:nvPr/>
        </p:nvCxnSpPr>
        <p:spPr>
          <a:xfrm>
            <a:off x="7391400" y="3069771"/>
            <a:ext cx="46458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0311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287B7-033B-B563-DF4B-E79FA3D6B40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42F02E5-A1F2-462A-B811-D0550F73F8A4}"/>
              </a:ext>
            </a:extLst>
          </p:cNvPr>
          <p:cNvSpPr txBox="1"/>
          <p:nvPr/>
        </p:nvSpPr>
        <p:spPr>
          <a:xfrm>
            <a:off x="0" y="670302"/>
            <a:ext cx="1045030" cy="369332"/>
          </a:xfrm>
          <a:prstGeom prst="rect">
            <a:avLst/>
          </a:prstGeom>
          <a:noFill/>
        </p:spPr>
        <p:txBody>
          <a:bodyPr wrap="square" rtlCol="0">
            <a:spAutoFit/>
          </a:bodyPr>
          <a:lstStyle/>
          <a:p>
            <a:pPr algn="ctr"/>
            <a:r>
              <a:rPr lang="en-GB" b="1">
                <a:solidFill>
                  <a:srgbClr val="330065"/>
                </a:solidFill>
              </a:rPr>
              <a:t>Task 3</a:t>
            </a:r>
          </a:p>
        </p:txBody>
      </p:sp>
      <p:graphicFrame>
        <p:nvGraphicFramePr>
          <p:cNvPr id="17" name="Table 16">
            <a:extLst>
              <a:ext uri="{FF2B5EF4-FFF2-40B4-BE49-F238E27FC236}">
                <a16:creationId xmlns:a16="http://schemas.microsoft.com/office/drawing/2014/main" id="{C1C31DC0-7C31-19B1-65F8-12A59D95F033}"/>
              </a:ext>
            </a:extLst>
          </p:cNvPr>
          <p:cNvGraphicFramePr>
            <a:graphicFrameLocks noGrp="1"/>
          </p:cNvGraphicFramePr>
          <p:nvPr>
            <p:extLst>
              <p:ext uri="{D42A27DB-BD31-4B8C-83A1-F6EECF244321}">
                <p14:modId xmlns:p14="http://schemas.microsoft.com/office/powerpoint/2010/main" val="956659358"/>
              </p:ext>
            </p:extLst>
          </p:nvPr>
        </p:nvGraphicFramePr>
        <p:xfrm>
          <a:off x="8268303" y="2750221"/>
          <a:ext cx="3799871" cy="2861576"/>
        </p:xfrm>
        <a:graphic>
          <a:graphicData uri="http://schemas.openxmlformats.org/drawingml/2006/table">
            <a:tbl>
              <a:tblPr firstRow="1" bandRow="1">
                <a:tableStyleId>{5C22544A-7EE6-4342-B048-85BDC9FD1C3A}</a:tableStyleId>
              </a:tblPr>
              <a:tblGrid>
                <a:gridCol w="1226482">
                  <a:extLst>
                    <a:ext uri="{9D8B030D-6E8A-4147-A177-3AD203B41FA5}">
                      <a16:colId xmlns:a16="http://schemas.microsoft.com/office/drawing/2014/main" val="2580766146"/>
                    </a:ext>
                  </a:extLst>
                </a:gridCol>
                <a:gridCol w="707412">
                  <a:extLst>
                    <a:ext uri="{9D8B030D-6E8A-4147-A177-3AD203B41FA5}">
                      <a16:colId xmlns:a16="http://schemas.microsoft.com/office/drawing/2014/main" val="265421015"/>
                    </a:ext>
                  </a:extLst>
                </a:gridCol>
                <a:gridCol w="746286">
                  <a:extLst>
                    <a:ext uri="{9D8B030D-6E8A-4147-A177-3AD203B41FA5}">
                      <a16:colId xmlns:a16="http://schemas.microsoft.com/office/drawing/2014/main" val="2986185004"/>
                    </a:ext>
                  </a:extLst>
                </a:gridCol>
                <a:gridCol w="1119691">
                  <a:extLst>
                    <a:ext uri="{9D8B030D-6E8A-4147-A177-3AD203B41FA5}">
                      <a16:colId xmlns:a16="http://schemas.microsoft.com/office/drawing/2014/main" val="1119492560"/>
                    </a:ext>
                  </a:extLst>
                </a:gridCol>
              </a:tblGrid>
              <a:tr h="451285">
                <a:tc rowSpan="2">
                  <a:txBody>
                    <a:bodyPr/>
                    <a:lstStyle/>
                    <a:p>
                      <a:pPr algn="ctr"/>
                      <a:r>
                        <a:rPr lang="en-GB" sz="1000"/>
                        <a:t>Class</a:t>
                      </a:r>
                    </a:p>
                  </a:txBody>
                  <a:tcPr anchor="ctr">
                    <a:solidFill>
                      <a:srgbClr val="330065"/>
                    </a:solidFill>
                  </a:tcPr>
                </a:tc>
                <a:tc gridSpan="2">
                  <a:txBody>
                    <a:bodyPr/>
                    <a:lstStyle/>
                    <a:p>
                      <a:pPr algn="ctr"/>
                      <a:r>
                        <a:rPr lang="en-GB" sz="1000"/>
                        <a:t>Accuracy based on epochs</a:t>
                      </a:r>
                    </a:p>
                  </a:txBody>
                  <a:tcPr anchor="ctr">
                    <a:solidFill>
                      <a:srgbClr val="330065"/>
                    </a:solidFill>
                  </a:tcPr>
                </a:tc>
                <a:tc hMerge="1">
                  <a:txBody>
                    <a:bodyPr/>
                    <a:lstStyle/>
                    <a:p>
                      <a:endParaRPr lang="en-GB"/>
                    </a:p>
                  </a:txBody>
                  <a:tcPr/>
                </a:tc>
                <a:tc rowSpan="2">
                  <a:txBody>
                    <a:bodyPr/>
                    <a:lstStyle/>
                    <a:p>
                      <a:pPr algn="ctr"/>
                      <a:r>
                        <a:rPr lang="en-US" sz="1000"/>
                        <a:t>Was the correct prediction made on 32 epochs?</a:t>
                      </a:r>
                      <a:endParaRPr sz="1000"/>
                    </a:p>
                  </a:txBody>
                  <a:tcPr anchor="ctr">
                    <a:solidFill>
                      <a:srgbClr val="330065"/>
                    </a:solidFill>
                  </a:tcPr>
                </a:tc>
                <a:extLst>
                  <a:ext uri="{0D108BD9-81ED-4DB2-BD59-A6C34878D82A}">
                    <a16:rowId xmlns:a16="http://schemas.microsoft.com/office/drawing/2014/main" val="520740286"/>
                  </a:ext>
                </a:extLst>
              </a:tr>
              <a:tr h="359029">
                <a:tc vMerge="1">
                  <a:txBody>
                    <a:bodyPr/>
                    <a:lstStyle/>
                    <a:p>
                      <a:pPr algn="ctr"/>
                      <a:endParaRPr lang="en-GB" sz="1400"/>
                    </a:p>
                  </a:txBody>
                  <a:tcPr anchor="ctr">
                    <a:solidFill>
                      <a:schemeClr val="accent1">
                        <a:lumMod val="20000"/>
                        <a:lumOff val="80000"/>
                      </a:schemeClr>
                    </a:solidFill>
                  </a:tcPr>
                </a:tc>
                <a:tc>
                  <a:txBody>
                    <a:bodyPr/>
                    <a:lstStyle/>
                    <a:p>
                      <a:pPr algn="ctr"/>
                      <a:r>
                        <a:rPr lang="en-GB" sz="1400"/>
                        <a:t>32</a:t>
                      </a:r>
                    </a:p>
                  </a:txBody>
                  <a:tcPr anchor="ctr">
                    <a:solidFill>
                      <a:schemeClr val="accent1">
                        <a:lumMod val="20000"/>
                        <a:lumOff val="80000"/>
                      </a:schemeClr>
                    </a:solidFill>
                  </a:tcPr>
                </a:tc>
                <a:tc>
                  <a:txBody>
                    <a:bodyPr/>
                    <a:lstStyle/>
                    <a:p>
                      <a:pPr algn="ctr"/>
                      <a:r>
                        <a:rPr lang="en-GB" sz="1400"/>
                        <a:t>64</a:t>
                      </a:r>
                    </a:p>
                  </a:txBody>
                  <a:tcPr anchor="ctr">
                    <a:solidFill>
                      <a:schemeClr val="accent1">
                        <a:lumMod val="20000"/>
                        <a:lumOff val="80000"/>
                      </a:schemeClr>
                    </a:solidFill>
                  </a:tcPr>
                </a:tc>
                <a:tc vMerge="1">
                  <a:txBody>
                    <a:bodyPr/>
                    <a:lstStyle/>
                    <a:p>
                      <a:pPr algn="ctr"/>
                      <a:endParaRPr lang="en-GB" sz="1400"/>
                    </a:p>
                  </a:txBody>
                  <a:tcPr anchor="ctr">
                    <a:solidFill>
                      <a:schemeClr val="accent1">
                        <a:lumMod val="20000"/>
                        <a:lumOff val="80000"/>
                      </a:schemeClr>
                    </a:solidFill>
                  </a:tcPr>
                </a:tc>
                <a:extLst>
                  <a:ext uri="{0D108BD9-81ED-4DB2-BD59-A6C34878D82A}">
                    <a16:rowId xmlns:a16="http://schemas.microsoft.com/office/drawing/2014/main" val="2948230858"/>
                  </a:ext>
                </a:extLst>
              </a:tr>
              <a:tr h="406156">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050" kern="1200" err="1">
                          <a:solidFill>
                            <a:schemeClr val="dk1"/>
                          </a:solidFill>
                          <a:effectLst/>
                          <a:latin typeface="+mn-lt"/>
                          <a:ea typeface="+mn-ea"/>
                          <a:cs typeface="+mn-cs"/>
                        </a:rPr>
                        <a:t>Circlepolis</a:t>
                      </a:r>
                      <a:endParaRPr lang="en-GB" sz="1050" kern="1200">
                        <a:solidFill>
                          <a:schemeClr val="dk1"/>
                        </a:solidFill>
                        <a:effectLst/>
                        <a:latin typeface="+mn-lt"/>
                        <a:ea typeface="+mn-ea"/>
                        <a:cs typeface="+mn-cs"/>
                      </a:endParaRPr>
                    </a:p>
                    <a:p>
                      <a:pPr algn="ctr"/>
                      <a:endParaRPr lang="en-GB" sz="1050"/>
                    </a:p>
                  </a:txBody>
                  <a:tcPr anchor="ctr">
                    <a:solidFill>
                      <a:schemeClr val="accent1">
                        <a:lumMod val="20000"/>
                        <a:lumOff val="80000"/>
                      </a:schemeClr>
                    </a:solidFill>
                  </a:tcPr>
                </a:tc>
                <a:tc>
                  <a:txBody>
                    <a:bodyPr/>
                    <a:lstStyle/>
                    <a:p>
                      <a:pPr algn="ctr"/>
                      <a:r>
                        <a:rPr lang="en-GB" sz="1400"/>
                        <a:t>0.991</a:t>
                      </a:r>
                    </a:p>
                  </a:txBody>
                  <a:tcPr anchor="ctr">
                    <a:solidFill>
                      <a:schemeClr val="accent1">
                        <a:lumMod val="20000"/>
                        <a:lumOff val="80000"/>
                      </a:schemeClr>
                    </a:solidFill>
                  </a:tcPr>
                </a:tc>
                <a:tc>
                  <a:txBody>
                    <a:bodyPr/>
                    <a:lstStyle/>
                    <a:p>
                      <a:pPr algn="ctr"/>
                      <a:r>
                        <a:rPr lang="en-GB" sz="1400"/>
                        <a:t>0.973</a:t>
                      </a:r>
                    </a:p>
                  </a:txBody>
                  <a:tcPr anchor="ctr">
                    <a:solidFill>
                      <a:schemeClr val="accent1">
                        <a:lumMod val="20000"/>
                        <a:lumOff val="80000"/>
                      </a:schemeClr>
                    </a:solidFill>
                  </a:tcPr>
                </a:tc>
                <a:tc>
                  <a:txBody>
                    <a:bodyPr/>
                    <a:lstStyle/>
                    <a:p>
                      <a:pPr algn="ctr"/>
                      <a:r>
                        <a:rPr lang="en-GB" sz="1400" dirty="0">
                          <a:sym typeface="Webdings" panose="05030102010509060703" pitchFamily="18" charset="2"/>
                        </a:rPr>
                        <a:t>Y</a:t>
                      </a:r>
                      <a:endParaRPr lang="en-GB" sz="1400" dirty="0"/>
                    </a:p>
                  </a:txBody>
                  <a:tcPr anchor="ctr">
                    <a:solidFill>
                      <a:schemeClr val="accent1">
                        <a:lumMod val="20000"/>
                        <a:lumOff val="80000"/>
                      </a:schemeClr>
                    </a:solidFill>
                  </a:tcPr>
                </a:tc>
                <a:extLst>
                  <a:ext uri="{0D108BD9-81ED-4DB2-BD59-A6C34878D82A}">
                    <a16:rowId xmlns:a16="http://schemas.microsoft.com/office/drawing/2014/main" val="2721721435"/>
                  </a:ext>
                </a:extLst>
              </a:tr>
              <a:tr h="450346">
                <a:tc>
                  <a:txBody>
                    <a:bodyPr/>
                    <a:lstStyle/>
                    <a:p>
                      <a:pPr algn="ctr"/>
                      <a:r>
                        <a:rPr lang="en-GB" sz="1050" err="1"/>
                        <a:t>Ovalopolis</a:t>
                      </a:r>
                      <a:endParaRPr lang="en-GB" sz="1050"/>
                    </a:p>
                  </a:txBody>
                  <a:tcPr anchor="ctr">
                    <a:solidFill>
                      <a:schemeClr val="accent1">
                        <a:lumMod val="20000"/>
                        <a:lumOff val="80000"/>
                      </a:schemeClr>
                    </a:solidFill>
                  </a:tcPr>
                </a:tc>
                <a:tc>
                  <a:txBody>
                    <a:bodyPr/>
                    <a:lstStyle/>
                    <a:p>
                      <a:pPr algn="ctr"/>
                      <a:r>
                        <a:rPr lang="en-GB" sz="1400"/>
                        <a:t>0.613</a:t>
                      </a:r>
                    </a:p>
                  </a:txBody>
                  <a:tcPr anchor="ctr">
                    <a:solidFill>
                      <a:schemeClr val="accent1">
                        <a:lumMod val="20000"/>
                        <a:lumOff val="80000"/>
                      </a:schemeClr>
                    </a:solidFill>
                  </a:tcPr>
                </a:tc>
                <a:tc>
                  <a:txBody>
                    <a:bodyPr/>
                    <a:lstStyle/>
                    <a:p>
                      <a:pPr algn="ctr"/>
                      <a:r>
                        <a:rPr lang="en-GB" sz="1400"/>
                        <a:t>0.870</a:t>
                      </a:r>
                    </a:p>
                  </a:txBody>
                  <a:tcPr anchor="ctr">
                    <a:solidFill>
                      <a:schemeClr val="accent1">
                        <a:lumMod val="20000"/>
                        <a:lumOff val="80000"/>
                      </a:schemeClr>
                    </a:solidFill>
                  </a:tcPr>
                </a:tc>
                <a:tc>
                  <a:txBody>
                    <a:bodyPr/>
                    <a:lstStyle/>
                    <a:p>
                      <a:pPr algn="ctr"/>
                      <a:r>
                        <a:rPr lang="en-GB" sz="1400"/>
                        <a:t>N</a:t>
                      </a:r>
                    </a:p>
                  </a:txBody>
                  <a:tcPr anchor="ctr">
                    <a:solidFill>
                      <a:schemeClr val="accent1">
                        <a:lumMod val="20000"/>
                        <a:lumOff val="80000"/>
                      </a:schemeClr>
                    </a:solidFill>
                  </a:tcPr>
                </a:tc>
                <a:extLst>
                  <a:ext uri="{0D108BD9-81ED-4DB2-BD59-A6C34878D82A}">
                    <a16:rowId xmlns:a16="http://schemas.microsoft.com/office/drawing/2014/main" val="2329317061"/>
                  </a:ext>
                </a:extLst>
              </a:tr>
              <a:tr h="573155">
                <a:tc>
                  <a:txBody>
                    <a:bodyPr/>
                    <a:lstStyle/>
                    <a:p>
                      <a:pPr algn="ctr"/>
                      <a:r>
                        <a:rPr lang="en-GB" sz="1050" err="1"/>
                        <a:t>Rectanglepolis</a:t>
                      </a:r>
                      <a:endParaRPr lang="en-GB" sz="1050"/>
                    </a:p>
                  </a:txBody>
                  <a:tcPr anchor="ctr">
                    <a:solidFill>
                      <a:schemeClr val="accent1">
                        <a:lumMod val="20000"/>
                        <a:lumOff val="80000"/>
                      </a:schemeClr>
                    </a:solidFill>
                  </a:tcPr>
                </a:tc>
                <a:tc>
                  <a:txBody>
                    <a:bodyPr/>
                    <a:lstStyle/>
                    <a:p>
                      <a:pPr algn="ctr"/>
                      <a:r>
                        <a:rPr lang="en-GB" sz="1400"/>
                        <a:t>0.997</a:t>
                      </a:r>
                    </a:p>
                  </a:txBody>
                  <a:tcPr anchor="ctr">
                    <a:solidFill>
                      <a:schemeClr val="accent1">
                        <a:lumMod val="20000"/>
                        <a:lumOff val="80000"/>
                      </a:schemeClr>
                    </a:solidFill>
                  </a:tcPr>
                </a:tc>
                <a:tc>
                  <a:txBody>
                    <a:bodyPr/>
                    <a:lstStyle/>
                    <a:p>
                      <a:pPr algn="ctr"/>
                      <a:r>
                        <a:rPr lang="en-GB" sz="1400"/>
                        <a:t>1.000</a:t>
                      </a:r>
                    </a:p>
                  </a:txBody>
                  <a:tcPr anchor="ctr">
                    <a:solidFill>
                      <a:schemeClr val="accent1">
                        <a:lumMod val="20000"/>
                        <a:lumOff val="80000"/>
                      </a:schemeClr>
                    </a:solidFill>
                  </a:tcPr>
                </a:tc>
                <a:tc>
                  <a:txBody>
                    <a:bodyPr/>
                    <a:lstStyle/>
                    <a:p>
                      <a:pPr algn="ctr"/>
                      <a:r>
                        <a:rPr lang="en-GB" sz="1400">
                          <a:sym typeface="Webdings" panose="05030102010509060703" pitchFamily="18" charset="2"/>
                        </a:rPr>
                        <a:t>Y</a:t>
                      </a:r>
                      <a:endParaRPr lang="en-GB" sz="1400"/>
                    </a:p>
                  </a:txBody>
                  <a:tcPr anchor="ctr">
                    <a:solidFill>
                      <a:schemeClr val="accent1">
                        <a:lumMod val="20000"/>
                        <a:lumOff val="80000"/>
                      </a:schemeClr>
                    </a:solidFill>
                  </a:tcPr>
                </a:tc>
                <a:extLst>
                  <a:ext uri="{0D108BD9-81ED-4DB2-BD59-A6C34878D82A}">
                    <a16:rowId xmlns:a16="http://schemas.microsoft.com/office/drawing/2014/main" val="1560421686"/>
                  </a:ext>
                </a:extLst>
              </a:tr>
              <a:tr h="573155">
                <a:tc>
                  <a:txBody>
                    <a:bodyPr/>
                    <a:lstStyle/>
                    <a:p>
                      <a:pPr algn="ctr"/>
                      <a:r>
                        <a:rPr lang="en-GB" sz="1050" err="1"/>
                        <a:t>Trianglepolis</a:t>
                      </a:r>
                      <a:endParaRPr lang="en-GB" sz="1050"/>
                    </a:p>
                  </a:txBody>
                  <a:tcPr anchor="ctr">
                    <a:solidFill>
                      <a:schemeClr val="accent1">
                        <a:lumMod val="20000"/>
                        <a:lumOff val="80000"/>
                      </a:schemeClr>
                    </a:solidFill>
                  </a:tcPr>
                </a:tc>
                <a:tc>
                  <a:txBody>
                    <a:bodyPr/>
                    <a:lstStyle/>
                    <a:p>
                      <a:pPr algn="ctr"/>
                      <a:r>
                        <a:rPr lang="en-GB" sz="1400"/>
                        <a:t>1.000</a:t>
                      </a:r>
                    </a:p>
                  </a:txBody>
                  <a:tcPr anchor="ctr">
                    <a:solidFill>
                      <a:schemeClr val="accent1">
                        <a:lumMod val="20000"/>
                        <a:lumOff val="80000"/>
                      </a:schemeClr>
                    </a:solidFill>
                  </a:tcPr>
                </a:tc>
                <a:tc>
                  <a:txBody>
                    <a:bodyPr/>
                    <a:lstStyle/>
                    <a:p>
                      <a:pPr algn="ctr"/>
                      <a:r>
                        <a:rPr lang="en-GB" sz="1400"/>
                        <a:t>1.000</a:t>
                      </a:r>
                    </a:p>
                  </a:txBody>
                  <a:tcPr anchor="ctr">
                    <a:solidFill>
                      <a:schemeClr val="accent1">
                        <a:lumMod val="20000"/>
                        <a:lumOff val="80000"/>
                      </a:schemeClr>
                    </a:solidFill>
                  </a:tcPr>
                </a:tc>
                <a:tc>
                  <a:txBody>
                    <a:bodyPr/>
                    <a:lstStyle/>
                    <a:p>
                      <a:pPr algn="ctr"/>
                      <a:r>
                        <a:rPr lang="en-GB" sz="1400" dirty="0">
                          <a:sym typeface="Webdings" panose="05030102010509060703" pitchFamily="18" charset="2"/>
                        </a:rPr>
                        <a:t>Y</a:t>
                      </a:r>
                      <a:endParaRPr lang="en-GB" sz="1400" dirty="0"/>
                    </a:p>
                  </a:txBody>
                  <a:tcPr anchor="ctr">
                    <a:solidFill>
                      <a:schemeClr val="accent1">
                        <a:lumMod val="20000"/>
                        <a:lumOff val="80000"/>
                      </a:schemeClr>
                    </a:solidFill>
                  </a:tcPr>
                </a:tc>
                <a:extLst>
                  <a:ext uri="{0D108BD9-81ED-4DB2-BD59-A6C34878D82A}">
                    <a16:rowId xmlns:a16="http://schemas.microsoft.com/office/drawing/2014/main" val="2439800934"/>
                  </a:ext>
                </a:extLst>
              </a:tr>
            </a:tbl>
          </a:graphicData>
        </a:graphic>
      </p:graphicFrame>
      <p:grpSp>
        <p:nvGrpSpPr>
          <p:cNvPr id="2" name="Group 1">
            <a:extLst>
              <a:ext uri="{FF2B5EF4-FFF2-40B4-BE49-F238E27FC236}">
                <a16:creationId xmlns:a16="http://schemas.microsoft.com/office/drawing/2014/main" id="{E2A8FDA6-B438-966B-8B7C-1688BD00F977}"/>
              </a:ext>
            </a:extLst>
          </p:cNvPr>
          <p:cNvGrpSpPr/>
          <p:nvPr/>
        </p:nvGrpSpPr>
        <p:grpSpPr>
          <a:xfrm>
            <a:off x="8413883" y="427484"/>
            <a:ext cx="3508710" cy="2068286"/>
            <a:chOff x="0" y="0"/>
            <a:chExt cx="3028950" cy="1514475"/>
          </a:xfrm>
        </p:grpSpPr>
        <p:pic>
          <p:nvPicPr>
            <p:cNvPr id="3" name="Picture 2">
              <a:extLst>
                <a:ext uri="{FF2B5EF4-FFF2-40B4-BE49-F238E27FC236}">
                  <a16:creationId xmlns:a16="http://schemas.microsoft.com/office/drawing/2014/main" id="{65109599-FA56-6EAF-E59D-EC4C72D7AD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514475" cy="1514475"/>
            </a:xfrm>
            <a:prstGeom prst="rect">
              <a:avLst/>
            </a:prstGeom>
          </p:spPr>
        </p:pic>
        <p:pic>
          <p:nvPicPr>
            <p:cNvPr id="7" name="Picture 6">
              <a:extLst>
                <a:ext uri="{FF2B5EF4-FFF2-40B4-BE49-F238E27FC236}">
                  <a16:creationId xmlns:a16="http://schemas.microsoft.com/office/drawing/2014/main" id="{85377FE3-7949-DE89-0CDA-64D67F35BC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14475" y="0"/>
              <a:ext cx="1514475" cy="1514475"/>
            </a:xfrm>
            <a:prstGeom prst="rect">
              <a:avLst/>
            </a:prstGeom>
          </p:spPr>
        </p:pic>
      </p:grpSp>
      <p:sp>
        <p:nvSpPr>
          <p:cNvPr id="10" name="Title 1">
            <a:extLst>
              <a:ext uri="{FF2B5EF4-FFF2-40B4-BE49-F238E27FC236}">
                <a16:creationId xmlns:a16="http://schemas.microsoft.com/office/drawing/2014/main" id="{AB7D85D6-6A0E-3FC0-BC48-EBFB532BEAF2}"/>
              </a:ext>
            </a:extLst>
          </p:cNvPr>
          <p:cNvSpPr>
            <a:spLocks noGrp="1"/>
          </p:cNvSpPr>
          <p:nvPr>
            <p:ph type="title"/>
          </p:nvPr>
        </p:nvSpPr>
        <p:spPr>
          <a:xfrm>
            <a:off x="0" y="0"/>
            <a:ext cx="12192000" cy="854968"/>
          </a:xfrm>
        </p:spPr>
        <p:txBody>
          <a:bodyPr>
            <a:noAutofit/>
          </a:bodyPr>
          <a:lstStyle/>
          <a:p>
            <a:r>
              <a:rPr lang="en-GB" sz="2800"/>
              <a:t>Part 4 - Face Classification using CNNs</a:t>
            </a:r>
          </a:p>
        </p:txBody>
      </p:sp>
      <p:pic>
        <p:nvPicPr>
          <p:cNvPr id="13" name="Picture 12">
            <a:extLst>
              <a:ext uri="{FF2B5EF4-FFF2-40B4-BE49-F238E27FC236}">
                <a16:creationId xmlns:a16="http://schemas.microsoft.com/office/drawing/2014/main" id="{8E3F9D6B-05E6-44B4-7EAB-8BF7D213A6E7}"/>
              </a:ext>
            </a:extLst>
          </p:cNvPr>
          <p:cNvPicPr>
            <a:picLocks noChangeAspect="1"/>
          </p:cNvPicPr>
          <p:nvPr/>
        </p:nvPicPr>
        <p:blipFill>
          <a:blip r:embed="rId5"/>
          <a:stretch>
            <a:fillRect/>
          </a:stretch>
        </p:blipFill>
        <p:spPr>
          <a:xfrm>
            <a:off x="215951" y="1369252"/>
            <a:ext cx="7782945" cy="3394426"/>
          </a:xfrm>
          <a:prstGeom prst="rect">
            <a:avLst/>
          </a:prstGeom>
        </p:spPr>
      </p:pic>
      <p:cxnSp>
        <p:nvCxnSpPr>
          <p:cNvPr id="5" name="Straight Connector 4">
            <a:extLst>
              <a:ext uri="{FF2B5EF4-FFF2-40B4-BE49-F238E27FC236}">
                <a16:creationId xmlns:a16="http://schemas.microsoft.com/office/drawing/2014/main" id="{B39CA412-5156-C847-6BFA-9C159AFD4124}"/>
              </a:ext>
            </a:extLst>
          </p:cNvPr>
          <p:cNvCxnSpPr>
            <a:cxnSpLocks/>
          </p:cNvCxnSpPr>
          <p:nvPr/>
        </p:nvCxnSpPr>
        <p:spPr>
          <a:xfrm>
            <a:off x="8116126" y="550985"/>
            <a:ext cx="0" cy="51805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933D1A7-200F-2DBD-1D15-21382CE64BA1}"/>
              </a:ext>
            </a:extLst>
          </p:cNvPr>
          <p:cNvCxnSpPr/>
          <p:nvPr/>
        </p:nvCxnSpPr>
        <p:spPr>
          <a:xfrm>
            <a:off x="8663354" y="670302"/>
            <a:ext cx="445477" cy="6989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D9505A1-2B60-F23A-B7DD-2E90FE4FDABA}"/>
              </a:ext>
            </a:extLst>
          </p:cNvPr>
          <p:cNvSpPr txBox="1"/>
          <p:nvPr/>
        </p:nvSpPr>
        <p:spPr>
          <a:xfrm>
            <a:off x="8272635" y="358411"/>
            <a:ext cx="902899" cy="369332"/>
          </a:xfrm>
          <a:prstGeom prst="rect">
            <a:avLst/>
          </a:prstGeom>
          <a:noFill/>
        </p:spPr>
        <p:txBody>
          <a:bodyPr wrap="square" rtlCol="0">
            <a:spAutoFit/>
          </a:bodyPr>
          <a:lstStyle/>
          <a:p>
            <a:r>
              <a:rPr lang="en-GB"/>
              <a:t>Circle</a:t>
            </a:r>
          </a:p>
        </p:txBody>
      </p:sp>
      <p:cxnSp>
        <p:nvCxnSpPr>
          <p:cNvPr id="12" name="Straight Arrow Connector 11">
            <a:extLst>
              <a:ext uri="{FF2B5EF4-FFF2-40B4-BE49-F238E27FC236}">
                <a16:creationId xmlns:a16="http://schemas.microsoft.com/office/drawing/2014/main" id="{A76B18F1-E802-EC32-3356-7BEB135C3E84}"/>
              </a:ext>
            </a:extLst>
          </p:cNvPr>
          <p:cNvCxnSpPr>
            <a:cxnSpLocks/>
          </p:cNvCxnSpPr>
          <p:nvPr/>
        </p:nvCxnSpPr>
        <p:spPr>
          <a:xfrm flipH="1">
            <a:off x="11160942" y="484924"/>
            <a:ext cx="488956" cy="6850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9A6C344-D4C9-9AC6-241D-750EBC8F7078}"/>
              </a:ext>
            </a:extLst>
          </p:cNvPr>
          <p:cNvSpPr txBox="1"/>
          <p:nvPr/>
        </p:nvSpPr>
        <p:spPr>
          <a:xfrm>
            <a:off x="11259179" y="173033"/>
            <a:ext cx="902899" cy="369332"/>
          </a:xfrm>
          <a:prstGeom prst="rect">
            <a:avLst/>
          </a:prstGeom>
          <a:noFill/>
        </p:spPr>
        <p:txBody>
          <a:bodyPr wrap="square" rtlCol="0">
            <a:spAutoFit/>
          </a:bodyPr>
          <a:lstStyle/>
          <a:p>
            <a:r>
              <a:rPr lang="en-GB"/>
              <a:t>Oval</a:t>
            </a:r>
          </a:p>
        </p:txBody>
      </p:sp>
    </p:spTree>
    <p:extLst>
      <p:ext uri="{BB962C8B-B14F-4D97-AF65-F5344CB8AC3E}">
        <p14:creationId xmlns:p14="http://schemas.microsoft.com/office/powerpoint/2010/main" val="3511785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C9565-606E-0692-4C8B-581255C900A1}"/>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B9780533-DDB5-1975-3750-B7D650A2FD14}"/>
              </a:ext>
            </a:extLst>
          </p:cNvPr>
          <p:cNvSpPr>
            <a:spLocks noGrp="1"/>
          </p:cNvSpPr>
          <p:nvPr>
            <p:ph type="title"/>
          </p:nvPr>
        </p:nvSpPr>
        <p:spPr>
          <a:xfrm>
            <a:off x="0" y="2011342"/>
            <a:ext cx="12192000" cy="854968"/>
          </a:xfrm>
        </p:spPr>
        <p:txBody>
          <a:bodyPr>
            <a:normAutofit/>
          </a:bodyPr>
          <a:lstStyle/>
          <a:p>
            <a:pPr algn="ctr"/>
            <a:r>
              <a:rPr lang="en-GB" sz="2800"/>
              <a:t>Thanks for listening!</a:t>
            </a:r>
          </a:p>
        </p:txBody>
      </p:sp>
      <p:sp>
        <p:nvSpPr>
          <p:cNvPr id="12" name="Title 1">
            <a:extLst>
              <a:ext uri="{FF2B5EF4-FFF2-40B4-BE49-F238E27FC236}">
                <a16:creationId xmlns:a16="http://schemas.microsoft.com/office/drawing/2014/main" id="{CF69857F-9106-0C63-3FAD-55A13B2C965E}"/>
              </a:ext>
            </a:extLst>
          </p:cNvPr>
          <p:cNvSpPr txBox="1">
            <a:spLocks/>
          </p:cNvSpPr>
          <p:nvPr/>
        </p:nvSpPr>
        <p:spPr>
          <a:xfrm>
            <a:off x="0" y="107047"/>
            <a:ext cx="12192000" cy="854968"/>
          </a:xfrm>
          <a:prstGeom prst="rect">
            <a:avLst/>
          </a:prstGeom>
        </p:spPr>
        <p:txBody>
          <a:bodyPr vert="horz" lIns="91440" tIns="45720" rIns="91440" bIns="45720" rtlCol="0" anchor="ctr">
            <a:normAutofit/>
          </a:bodyPr>
          <a:lstStyle>
            <a:lvl1pPr algn="l" defTabSz="1219170" rtl="0" eaLnBrk="1" latinLnBrk="0" hangingPunct="1">
              <a:spcBef>
                <a:spcPct val="0"/>
              </a:spcBef>
              <a:buNone/>
              <a:defRPr sz="3733" b="1" kern="1200">
                <a:solidFill>
                  <a:srgbClr val="330066"/>
                </a:solidFill>
                <a:latin typeface="+mj-lt"/>
                <a:ea typeface="+mj-ea"/>
                <a:cs typeface="+mj-cs"/>
              </a:defRPr>
            </a:lvl1pPr>
          </a:lstStyle>
          <a:p>
            <a:pPr algn="ctr"/>
            <a:r>
              <a:rPr lang="en-GB" sz="2800" b="0"/>
              <a:t>F330590 | Karthekeyan Ganesh | 25WSC334</a:t>
            </a:r>
          </a:p>
        </p:txBody>
      </p:sp>
    </p:spTree>
    <p:extLst>
      <p:ext uri="{BB962C8B-B14F-4D97-AF65-F5344CB8AC3E}">
        <p14:creationId xmlns:p14="http://schemas.microsoft.com/office/powerpoint/2010/main" val="491366339"/>
      </p:ext>
    </p:extLst>
  </p:cSld>
  <p:clrMapOvr>
    <a:masterClrMapping/>
  </p:clrMapOvr>
</p:sld>
</file>

<file path=ppt/theme/theme1.xml><?xml version="1.0" encoding="utf-8"?>
<a:theme xmlns:a="http://schemas.openxmlformats.org/drawingml/2006/main" name="Default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50CB46696A7A3438DE8BFFF61628685" ma:contentTypeVersion="14" ma:contentTypeDescription="Create a new document." ma:contentTypeScope="" ma:versionID="ce06ac69e7c83080ae61d62754fffacb">
  <xsd:schema xmlns:xsd="http://www.w3.org/2001/XMLSchema" xmlns:xs="http://www.w3.org/2001/XMLSchema" xmlns:p="http://schemas.microsoft.com/office/2006/metadata/properties" xmlns:ns3="0008e8ac-2428-454c-bb13-7c471619e6eb" xmlns:ns4="3cfdb8de-2720-43b7-ae6b-1a0f892186a9" targetNamespace="http://schemas.microsoft.com/office/2006/metadata/properties" ma:root="true" ma:fieldsID="e93e38c49b564848fce18e1d6286ea61" ns3:_="" ns4:_="">
    <xsd:import namespace="0008e8ac-2428-454c-bb13-7c471619e6eb"/>
    <xsd:import namespace="3cfdb8de-2720-43b7-ae6b-1a0f892186a9"/>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_activity" minOccurs="0"/>
                <xsd:element ref="ns4:SharedWithUsers" minOccurs="0"/>
                <xsd:element ref="ns4:SharedWithDetails" minOccurs="0"/>
                <xsd:element ref="ns4:SharingHintHash" minOccurs="0"/>
                <xsd:element ref="ns3:MediaServiceSearchProperties" minOccurs="0"/>
                <xsd:element ref="ns3:MediaLengthInSecond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08e8ac-2428-454c-bb13-7c471619e6e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ystemTags" ma:index="11" nillable="true" ma:displayName="MediaServiceSystemTags" ma:hidden="true" ma:internalName="MediaServiceSystemTags" ma:readOnly="true">
      <xsd:simpleType>
        <xsd:restriction base="dms:Note"/>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_activity" ma:index="15" nillable="true" ma:displayName="_activity" ma:hidden="true" ma:internalName="_activity">
      <xsd:simpleType>
        <xsd:restriction base="dms:Note"/>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element name="MediaServiceDateTaken" ma:index="21"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fdb8de-2720-43b7-ae6b-1a0f892186a9"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0008e8ac-2428-454c-bb13-7c471619e6eb" xsi:nil="true"/>
  </documentManagement>
</p:properties>
</file>

<file path=customXml/itemProps1.xml><?xml version="1.0" encoding="utf-8"?>
<ds:datastoreItem xmlns:ds="http://schemas.openxmlformats.org/officeDocument/2006/customXml" ds:itemID="{8D98CBB1-9C85-4254-B382-ABDA903E82CF}">
  <ds:schemaRefs>
    <ds:schemaRef ds:uri="0008e8ac-2428-454c-bb13-7c471619e6eb"/>
    <ds:schemaRef ds:uri="3cfdb8de-2720-43b7-ae6b-1a0f892186a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B1B5872-35CA-4A09-B8F7-81F5A3C83942}">
  <ds:schemaRefs>
    <ds:schemaRef ds:uri="http://schemas.microsoft.com/sharepoint/v3/contenttype/forms"/>
  </ds:schemaRefs>
</ds:datastoreItem>
</file>

<file path=customXml/itemProps3.xml><?xml version="1.0" encoding="utf-8"?>
<ds:datastoreItem xmlns:ds="http://schemas.openxmlformats.org/officeDocument/2006/customXml" ds:itemID="{342119EE-BDAB-4AE5-8251-5F5F3C020F48}">
  <ds:schemaRefs>
    <ds:schemaRef ds:uri="0008e8ac-2428-454c-bb13-7c471619e6eb"/>
    <ds:schemaRef ds:uri="3cfdb8de-2720-43b7-ae6b-1a0f892186a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1386</Words>
  <Application>Microsoft Office PowerPoint</Application>
  <PresentationFormat>Widescreen</PresentationFormat>
  <Paragraphs>357</Paragraphs>
  <Slides>12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Webdings</vt:lpstr>
      <vt:lpstr>Default Theme</vt:lpstr>
      <vt:lpstr>Overview</vt:lpstr>
      <vt:lpstr>Part 1 - Deployment of ML Algorithms </vt:lpstr>
      <vt:lpstr>Part 2 - Deployment and Performance of ML Algorithms </vt:lpstr>
      <vt:lpstr>Part 2 - Deployment and Performance of ML Algorithms </vt:lpstr>
      <vt:lpstr>Part 3 - Training and Development of a Sine-Wave Model</vt:lpstr>
      <vt:lpstr>Part 3 - Training and Development of a Sine-Wave Model</vt:lpstr>
      <vt:lpstr>Part 3 - Training and Development of a Sine-Wave Model</vt:lpstr>
      <vt:lpstr>Part 3 - Training and Development of a Sine-Wave Model</vt:lpstr>
      <vt:lpstr>Part 4 - Face Classification using CNNs</vt:lpstr>
      <vt:lpstr>Part 4 - Face Classification using CNNs</vt:lpstr>
      <vt:lpstr>Part 4 - Face Classification using CNNs</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Karthe Ganesh</dc:creator>
  <cp:lastModifiedBy>(s) Karthe Ganesh</cp:lastModifiedBy>
  <cp:revision>1</cp:revision>
  <dcterms:created xsi:type="dcterms:W3CDTF">2026-04-22T14:24:31Z</dcterms:created>
  <dcterms:modified xsi:type="dcterms:W3CDTF">2026-05-07T16:07:13Z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0x010100D50CB46696A7A3438DE8BFFF61628685</vt:lpwstr>
  </property>
</Properties>
</file>